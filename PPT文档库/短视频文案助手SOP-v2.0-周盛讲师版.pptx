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姜胡说短视频文案助手 v2.0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把个人经历变成 30-40 秒爆款口播文案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人人都有故事 · 立即产出 · 反常识挖掘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0" y="4114800"/>
            <a:ext cx="274320" cy="7315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93776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0F5EC"/>
                </a:solidFill>
              </a:rPr>
              <a:t>讲师：周盛</a:t>
            </a:r>
            <a:endParaRPr lang="en-US" sz="1800" dirty="0"/>
          </a:p>
          <a:p>
            <a:pPr algn="ctr"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rgbClr val="8FA88B"/>
                </a:solidFill>
              </a:rPr>
              <a:t>视频号「周盛说」· 一人公司第 X 天</a:t>
            </a:r>
            <a:endParaRPr lang="en-US" sz="1800" dirty="0"/>
          </a:p>
          <a:p>
            <a:pPr algn="ctr" indent="0" marL="0">
              <a:spcBef>
                <a:spcPts val="500"/>
              </a:spcBef>
              <a:buNone/>
            </a:pPr>
            <a:r>
              <a:rPr lang="en-US" sz="1200" i="1" dirty="0">
                <a:solidFill>
                  <a:srgbClr val="97BC62"/>
                </a:solidFill>
              </a:rPr>
              <a:t>配套 SOP · 学员版 v2.0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条核心理念（每个 Prompt 必带）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这套工作流的 3 个底层信念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👥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人人都有故事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920240" y="4846320"/>
            <a:ext cx="91440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29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不需要做成功经历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小经验也有大价值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92024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1031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4480560" y="30175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⚡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4754880" y="4206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立即产出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852160" y="4846320"/>
            <a:ext cx="91440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5029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直接给出完整文案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不要大纲、不要选项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0" y="192024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21031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8412480" y="30175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🔍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8686800" y="4206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反常识挖掘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784080" y="4846320"/>
            <a:ext cx="91440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5029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找洞见，只做真实、具体</a:t>
            </a:r>
            <a:endParaRPr lang="en-US" sz="12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能帮人避坑的内容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6217920"/>
            <a:ext cx="1106424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217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你这套方法，让人人都能 5 分钟出一条爆款口播文案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完整工作流（3 步）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温暖引导 → 3 轮挖掘 → 直接输出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194560"/>
            <a:ext cx="1828800" cy="1828800"/>
          </a:xfrm>
          <a:prstGeom prst="ellipse">
            <a:avLst/>
          </a:prstGeom>
          <a:solidFill>
            <a:srgbClr val="1A2419"/>
          </a:solidFill>
          <a:ln w="38100">
            <a:solidFill>
              <a:srgbClr val="FFC8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21945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463040" y="31089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💬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温暖引导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20240" y="5120640"/>
            <a:ext cx="91440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3035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让用户分享</a:t>
            </a:r>
            <a:endParaRPr lang="en-US" sz="11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最近的小经历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rot="5400000">
            <a:off x="4251960" y="3657600"/>
            <a:ext cx="228600" cy="457200"/>
          </a:xfrm>
          <a:prstGeom prst="rightTriangl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201168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4960" y="2194560"/>
            <a:ext cx="1828800" cy="1828800"/>
          </a:xfrm>
          <a:prstGeom prst="ellipse">
            <a:avLst/>
          </a:prstGeom>
          <a:solidFill>
            <a:srgbClr val="1A2419"/>
          </a:solidFill>
          <a:ln w="38100">
            <a:solidFill>
              <a:srgbClr val="FFC8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21945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394960" y="31089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🔍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48056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递进式挖掘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48056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10-15 分钟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52160" y="5120640"/>
            <a:ext cx="91440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53035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 3 问 → 人性 4 问</a:t>
            </a:r>
            <a:endParaRPr lang="en-US" sz="11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跨界类比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5400000">
            <a:off x="8183880" y="3657600"/>
            <a:ext cx="228600" cy="457200"/>
          </a:xfrm>
          <a:prstGeom prst="rightTriangl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0" y="201168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26880" y="2194560"/>
            <a:ext cx="1828800" cy="1828800"/>
          </a:xfrm>
          <a:prstGeom prst="ellipse">
            <a:avLst/>
          </a:prstGeom>
          <a:solidFill>
            <a:srgbClr val="1A2419"/>
          </a:solidFill>
          <a:ln w="38100">
            <a:solidFill>
              <a:srgbClr val="FFC8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0" y="21945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9326880" y="31089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⚡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841248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直接输出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41248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784080" y="5120640"/>
            <a:ext cx="91440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53035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选结构 + 出文案</a:t>
            </a:r>
            <a:endParaRPr lang="en-US" sz="11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+ 4 项质量检查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6217920"/>
            <a:ext cx="1106424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217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总耗时：20-25 分钟出一篇爆款口播文案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 · 温暖引导：让用户开口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 — 不引导长篇大论，只引导「一句话小经历」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4297680"/>
          </a:xfrm>
          <a:prstGeom prst="roundRect">
            <a:avLst>
              <a:gd name="adj" fmla="val 2128"/>
            </a:avLst>
          </a:prstGeom>
          <a:solidFill>
            <a:srgbClr val="0E1A0E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复制这段提示词给你的 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嘿，老伙计！说个你最近的小经历吧：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💰 "花钱买到的教训"——什么坑让你花了冤枉钱？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"工作中的意外发现"——什么方法特别好？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🤝 "和人打交道的心得"——什么话特别管用/不管用？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📱 "生活小窍门"——什么操作让你效率翻倍？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💔 "任何让你觉得「早知道就好了」的事"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哪怕很小的事都行，比如买个东西的插曲、同和同事聊天的发现……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随便聊聊，我直接给你写成能火的短视频文案！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1106424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217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核心动作：让用户开口说话 → 拒绝长篇大论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 · 3 轮递进式挖掘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素材不够就挖，深度不够就挖，没角度就挖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188720" cy="11887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 3 问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11680" y="1828800"/>
            <a:ext cx="9601200" cy="128016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828800"/>
            <a:ext cx="91440" cy="12801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8745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触发：素材不够时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219456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这件事哪里反常识？   |   2. 有什么具体数字吗？   |   3. 普通人为什么会犯？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1188720" cy="118872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83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第二轮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人性 4 问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11680" y="3246120"/>
            <a:ext cx="9601200" cy="128016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3246120"/>
            <a:ext cx="91440" cy="12801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3291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触发：深度不够时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361188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认知偏差：大家为什么想错？   |   2. 逃避心理：在用什么表面努力？   |   3. 社会认同：为了认同做什么？   |   4. 即时满足：为什么选短期爽感？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754880"/>
            <a:ext cx="1188720" cy="118872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800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第三轮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166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跨界类比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011680" y="4663440"/>
            <a:ext cx="9601200" cy="128016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1680" y="4663440"/>
            <a:ext cx="91440" cy="12801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0" y="4709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触发：没角度时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94560" y="502920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像自然界的什么规律？   |   2. 像游戏里的什么机制？   |   3. 像历史的什么事件？   |   4. 像其他行业的什么做法？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6217920"/>
            <a:ext cx="1106424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217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满足条件 → 直接选择结构，输出完整文案，不要大纲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 A · 反常识（适合大部分场景）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默认结构 —— 老用户复购 / 知识类 / 经验类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192024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11680"/>
            <a:ext cx="822960" cy="8229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2011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钩子开场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45720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选择合适公式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（震惊/痛点/反转/数字）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566160" cy="192024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011680"/>
            <a:ext cx="822960" cy="82296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86400" y="2011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大家以为……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63440" y="2880360"/>
            <a:ext cx="45720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971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建立旧认知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（大家都以为……）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1828800"/>
            <a:ext cx="3566160" cy="192024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2011680"/>
            <a:ext cx="822960" cy="8229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326880" y="2011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但我发现……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503920" y="2880360"/>
            <a:ext cx="45720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2971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反转真相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（但我发现……）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3566160" cy="192024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206240"/>
            <a:ext cx="822960" cy="82296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06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645920" y="4206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22960" y="5074920"/>
            <a:ext cx="45720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1663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你的经历 + 具体数字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（验证观点）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9120" y="4023360"/>
            <a:ext cx="3566160" cy="192024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4206240"/>
            <a:ext cx="822960" cy="8229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4206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486400" y="4206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原理解释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663440" y="5074920"/>
            <a:ext cx="45720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51663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（底层逻辑）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0" y="4023360"/>
            <a:ext cx="3566160" cy="192024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12480" y="4206240"/>
            <a:ext cx="822960" cy="82296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4206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9326880" y="4206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行动建议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503920" y="5074920"/>
            <a:ext cx="45720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0" y="51663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分钟能做的事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金句收尾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 + 大家以为 + 但我发现 + 案例 + 原理 + 行动 + 金句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 B · 踩坑经验（专门处理痛点故事）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适合：付费被骗 / 工具踩坑 / 决策失误 / 损失故事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1920240"/>
            <a:ext cx="73152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震撼开场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0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97280" y="2514600"/>
            <a:ext cx="73152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场景还原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97280" y="3108960"/>
            <a:ext cx="73152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3017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错误决策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0" y="3474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97280" y="3703320"/>
            <a:ext cx="73152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3611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痛苦代价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0" y="4069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97280" y="4297680"/>
            <a:ext cx="73152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016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正确做法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515600" y="4663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97280" y="4892040"/>
            <a:ext cx="73152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0" y="4800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避坑指南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515600" y="5257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5394960"/>
            <a:ext cx="457200" cy="45720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097280" y="5486400"/>
            <a:ext cx="73152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8016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警醒金句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943600" y="1828800"/>
            <a:ext cx="5760720" cy="4023360"/>
          </a:xfrm>
          <a:prstGeom prst="roundRect">
            <a:avLst>
              <a:gd name="adj" fmla="val 3409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201168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  兜底机制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126480" y="2651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如果故事确实没价值……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126480" y="3108960"/>
            <a:ext cx="5394960" cy="914400"/>
          </a:xfrm>
          <a:prstGeom prst="rect">
            <a:avLst>
              <a:gd name="adj" fmla="val 5000"/>
            </a:avLst>
          </a:prstGeom>
          <a:solidFill>
            <a:srgbClr val="1A241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31546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「这个经历可能不太适合做短视频，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要不换个更有冲突感的故事？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比如让你特别后悔或者特别意外的经历。」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126480" y="429768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FFC832"/>
                </a:solidFill>
              </a:rPr>
              <a:t>永远不强行产出</a:t>
            </a:r>
            <a:endParaRPr lang="en-US" sz="14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8FA88B"/>
                </a:solidFill>
              </a:rPr>
              <a:t>宁愿换素材，也不凑数。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震撼 + 还原 + 错误 + 代价 + 正确 + 避坑 + 警醒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钩子公式库（开篇 8 字内）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类钩子公式 → 轮换使用，不要重复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192024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914400" cy="914400"/>
          </a:xfrm>
          <a:prstGeom prst="ellipse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😱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92024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震惊式钩子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920240" y="2651760"/>
            <a:ext cx="1828800" cy="365760"/>
          </a:xfrm>
          <a:prstGeom prst="rect">
            <a:avLst/>
          </a:prstGeom>
          <a:solidFill>
            <a:srgbClr val="1A2419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千万别 xxx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0" y="2651760"/>
            <a:ext cx="1828800" cy="365760"/>
          </a:xfrm>
          <a:prstGeom prst="rect">
            <a:avLst/>
          </a:prstGeom>
          <a:solidFill>
            <a:srgbClr val="1A2419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你知道吗 xxx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20240" y="3154680"/>
            <a:ext cx="1828800" cy="365760"/>
          </a:xfrm>
          <a:prstGeom prst="rect">
            <a:avLst/>
          </a:prstGeom>
          <a:solidFill>
            <a:srgbClr val="1A2419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我发现 xxx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3154680"/>
            <a:ext cx="1828800" cy="365760"/>
          </a:xfrm>
          <a:prstGeom prst="rect">
            <a:avLst/>
          </a:prstGeom>
          <a:solidFill>
            <a:srgbClr val="1A2419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真相是 xxx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828800"/>
            <a:ext cx="5486400" cy="192024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2103120"/>
            <a:ext cx="914400" cy="91440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😣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68096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痛点式钩子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680960" y="2651760"/>
            <a:ext cx="1828800" cy="365760"/>
          </a:xfrm>
          <a:prstGeom prst="rect">
            <a:avLst/>
          </a:prstGeom>
          <a:solidFill>
            <a:srgbClr val="1A241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为什么你 xxx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1828800" cy="365760"/>
          </a:xfrm>
          <a:prstGeom prst="rect">
            <a:avLst/>
          </a:prstGeom>
          <a:solidFill>
            <a:srgbClr val="1A241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难怪你 xxx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80960" y="3154680"/>
            <a:ext cx="1828800" cy="365760"/>
          </a:xfrm>
          <a:prstGeom prst="rect">
            <a:avLst/>
          </a:prstGeom>
          <a:solidFill>
            <a:srgbClr val="1A241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别再 xxx 了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01200" y="3154680"/>
            <a:ext cx="1828800" cy="365760"/>
          </a:xfrm>
          <a:prstGeom prst="rect">
            <a:avLst/>
          </a:prstGeom>
          <a:solidFill>
            <a:srgbClr val="1A2419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停止 xxx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023360"/>
            <a:ext cx="5486400" cy="192024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4297680"/>
            <a:ext cx="914400" cy="9144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297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🔄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1920240" y="4297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反转式钩子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920240" y="4846320"/>
            <a:ext cx="1828800" cy="365760"/>
          </a:xfrm>
          <a:prstGeom prst="rect">
            <a:avLst/>
          </a:prstGeom>
          <a:solidFill>
            <a:srgbClr val="1A241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20240" y="4846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原来 xxx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840480" y="4846320"/>
            <a:ext cx="1828800" cy="365760"/>
          </a:xfrm>
          <a:prstGeom prst="rect">
            <a:avLst/>
          </a:prstGeom>
          <a:solidFill>
            <a:srgbClr val="1A241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0" y="4846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其实 xxx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920240" y="5349240"/>
            <a:ext cx="1828800" cy="365760"/>
          </a:xfrm>
          <a:prstGeom prst="rect">
            <a:avLst/>
          </a:prstGeom>
          <a:solidFill>
            <a:srgbClr val="1A241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20240" y="5349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不是 xxx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840480" y="5349240"/>
            <a:ext cx="1828800" cy="365760"/>
          </a:xfrm>
          <a:prstGeom prst="rect">
            <a:avLst/>
          </a:prstGeom>
          <a:solidFill>
            <a:srgbClr val="1A241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0" y="5349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而是 xxx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09360" y="4023360"/>
            <a:ext cx="5486400" cy="192024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83680" y="4297680"/>
            <a:ext cx="914400" cy="9144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4297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🔢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7680960" y="4297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数字式钩子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7680960" y="4846320"/>
            <a:ext cx="1828800" cy="365760"/>
          </a:xfrm>
          <a:prstGeom prst="rect">
            <a:avLst/>
          </a:prstGeom>
          <a:solidFill>
            <a:srgbClr val="1A2419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80960" y="4846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90% 的人 xxx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601200" y="4846320"/>
            <a:ext cx="1828800" cy="365760"/>
          </a:xfrm>
          <a:prstGeom prst="rect">
            <a:avLst/>
          </a:prstGeom>
          <a:solidFill>
            <a:srgbClr val="1A2419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01200" y="4846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只需 3 分钟 xxx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680960" y="5349240"/>
            <a:ext cx="1828800" cy="365760"/>
          </a:xfrm>
          <a:prstGeom prst="rect">
            <a:avLst/>
          </a:prstGeom>
          <a:solidFill>
            <a:srgbClr val="1A2419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80960" y="5349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花了 xxx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601200" y="5349240"/>
            <a:ext cx="1828800" cy="365760"/>
          </a:xfrm>
          <a:prstGeom prst="rect">
            <a:avLst/>
          </a:prstGeom>
          <a:solidFill>
            <a:srgbClr val="1A2419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0" y="5349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省了 xxx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秒内必须有钩子，否则用户划走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项质量检查（文案完成后必过）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项检查全 ✅ 才能发布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663440" y="20116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🤯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反常识检查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73152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3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有明确的「大家以为 X，其实是 Y」吗？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48640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659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10424160" y="20116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🔢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406640" y="2103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具体性检查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0" y="2834640"/>
            <a:ext cx="73152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971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3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有具体数字（时间/金额/比例）吗？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48640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69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663440" y="41148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645920" y="4206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实用性检查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22960" y="4937760"/>
            <a:ext cx="73152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0749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3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有让人能立即行动的建议吗？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3931920"/>
            <a:ext cx="548640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069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10424160" y="41148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🔁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406640" y="4206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传播性检查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0" y="4937760"/>
            <a:ext cx="73152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50749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3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金句能脱离视频独立传播吗？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 4 项不过 → 不发，宁愿改 10 遍也不要发残次品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语言风格规范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4 条禁忌 / ✅ 3 条推荐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297680"/>
          </a:xfrm>
          <a:prstGeom prst="roundRect">
            <a:avLst>
              <a:gd name="adj" fmla="val 3191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85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 语言禁忌（4 条）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73152" cy="59436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51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弱化词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「其实」「说到底」开头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429000"/>
            <a:ext cx="73152" cy="59436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429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空洞强调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703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「非常重要」「极其关键」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4206240"/>
            <a:ext cx="73152" cy="59436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206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模糊词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4480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「也许」「可能」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983480"/>
            <a:ext cx="73152" cy="59436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983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空话术语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5257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「赋能」「底层逻辑」「方法论」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828800"/>
            <a:ext cx="5394960" cy="4297680"/>
          </a:xfrm>
          <a:prstGeom prst="roundRect">
            <a:avLst>
              <a:gd name="adj" fmla="val 3191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011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 推荐用法（3 条）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92240" y="2743200"/>
            <a:ext cx="73152" cy="8229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2743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自然过渡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75120" y="3108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「这触及……」「这连接……」「这证明……」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3749040"/>
            <a:ext cx="73152" cy="8229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3749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恍然大悟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75120" y="4114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制造「原来如此」的时刻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4754880"/>
            <a:ext cx="73152" cy="8229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4754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聊天感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75120" y="5120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温暖、适度自嘲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像朋友聊天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读出来像人在说话，不要像念说明书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 / 金句 / 价值标准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类硬性标准（数字必须符合）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内容标准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731520" cy="3657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</a:rPr>
              <a:t>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280-400 字总长度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</a:rPr>
              <a:t>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4-6 段，每段 2-4 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</a:rPr>
              <a:t>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 1 个具体数字或真实案例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</a:rPr>
              <a:t>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4617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加粗关键观点和重要数字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212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</a:rPr>
              <a:t>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5212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开篇直接给结论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80560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0116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💎 金句标准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754880" y="2651760"/>
            <a:ext cx="73152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C832"/>
                </a:solidFill>
              </a:rPr>
              <a:t>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1208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12-18 字便于记忆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C832"/>
                </a:solidFill>
              </a:rPr>
              <a:t>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可复述：朋友间能轻松转述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C832"/>
                </a:solidFill>
              </a:rPr>
              <a:t>✅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1208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能独立传播：脱离视频也有价值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412480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0" y="20116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💎 价值要求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686800" y="2651760"/>
            <a:ext cx="73152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</a:rPr>
              <a:t>✅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反常识但可理解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</a:rPr>
              <a:t>✅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4400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能解释「为什么」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8680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</a:rPr>
              <a:t>✅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4400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能指导行动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68680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</a:rPr>
              <a:t>✅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144000" y="4617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帮人避坑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数字必须真实可感（卡 3 天比折腾 8 个月更可信）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执行原则（6 条）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每条都来自姜胡说实战经验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11680"/>
            <a:ext cx="914400" cy="91440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28800" y="2057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简单开始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01752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让用户轻松分享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56616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011680"/>
            <a:ext cx="914400" cy="91440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0" y="2057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递进挖掘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63440" y="301752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3 轮挖掘确保深度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1828800"/>
            <a:ext cx="356616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2011680"/>
            <a:ext cx="914400" cy="91440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509760" y="2057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快速产出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503920" y="301752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3108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直接给完整文案，不要大纲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356616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114800"/>
            <a:ext cx="914400" cy="91440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114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1828800" y="41605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质量为王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22960" y="512064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212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必须通过 4 项具体检查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89120" y="3931920"/>
            <a:ext cx="356616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4114800"/>
            <a:ext cx="914400" cy="91440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4114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5669280" y="41605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真实为本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663440" y="512064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5212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只做基于真实经历的内容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3931920"/>
            <a:ext cx="356616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12480" y="4114800"/>
            <a:ext cx="914400" cy="91440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4114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9509760" y="41605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持续迭代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503920" y="512064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0" y="5212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根据反馈精准优化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 简单开始 → 递进挖掘 → 快速产出 → 质量为王 → 真实为本 → 持续迭代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Prompt（直接复制用）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复制到 Claude / WorkBuddy / Hermes 等 AI 工具 → 直接用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4572000"/>
          </a:xfrm>
          <a:prstGeom prst="roundRect">
            <a:avLst>
              <a:gd name="adj" fmla="val 2000"/>
            </a:avLst>
          </a:prstGeom>
          <a:solidFill>
            <a:srgbClr val="0E1A0E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11064240" cy="3657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姜胡说短视频文案助手 v2.0 · 完整 Prompt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106984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你是姜胡说 的内容策略顾问，帮老伙计把个人经历转化为爆款短视频文案。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【核心理念】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人人都有故事：不需要成功经历，小经验也有大价值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立即产出：直接给出完整可用的口播文案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反常识挖掘：找洞见，只做真实、具体、能帮人避坑的内容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【工作流程】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温暖引导：让用户分享最近的小经历（5 个方向示例）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递进式挖掘：基础 3 问 → 人性 4 问 → 跨界类比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满足后 → 选结构（A 反常识 / B 踩坑）+ 直接输出文案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【结构 A：反常识】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钩子开场 + 「大家以为...」+ 「但我发现...」+ 真实案例 + 原理解释 + 行动建议 + 金句收尾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【结构 B：踩坑经验】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震撼开场 + 场景还原 + 错误决策 + 痛苦代价 + 正确做法 + 避坑指南 + 警醒金句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【质量检查 4 项】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反常识 / ✅ 具体性 / ✅ 实用性 / ✅ 传播性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【钩子公式库】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震惊式 / 痛点式 / 反转式 / 数字式（8 字内）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【语言规范】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对话式：「你」「我们」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句子 ≤ 14 字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❌ 弱化词开头 / 空洞强调 / 模糊词 / 空话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✅ 自然过渡 / 恍然大悟 / 聊天感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【内容标准】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- 280-400 字 / 4-6 段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至少 1 个具体数字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金句 12-18 字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【视频号标签】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个带 # 的安全标签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F0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示例：#AI 副业 #一人公司 #创业干货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642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00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 这就是你的「文案生成器」—— 复制就能用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种变体用法（按场景选）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 Prompt，三种用法覆盖不同场景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2194560"/>
            <a:ext cx="1463040" cy="146304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219456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⚡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快速模式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920240" y="4434840"/>
            <a:ext cx="91440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526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分钟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5029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 Step 1 引导</a:t>
            </a:r>
            <a:endParaRPr lang="en-US" sz="12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直接用结构 A 模板填内容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5760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适用：老用户复购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2194560"/>
            <a:ext cx="1463040" cy="14630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19456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🔍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4480560" y="3840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深度模式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852160" y="4434840"/>
            <a:ext cx="91440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4526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分钟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5029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跑满 3 轮挖掘</a:t>
            </a:r>
            <a:endParaRPr lang="en-US" sz="12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项检查全过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5760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适用：重要内容（爆款候选）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12480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9760" y="2194560"/>
            <a:ext cx="1463040" cy="14630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0" y="219456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📦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8412480" y="3840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批量模式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784080" y="4434840"/>
            <a:ext cx="914400" cy="3657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4526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一晚 10 条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86800" y="5029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固定结构 A</a:t>
            </a:r>
            <a:endParaRPr lang="en-US" sz="12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换素材不换结构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0" y="5760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适用：赶发布日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自检清单 + 立即开始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每条文案必过 · 少于 8 项 → 重新跑 SOP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第一轮挖掘：素材有反常识/具体细节/避坑价值？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365760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第二轮挖掘：是否挖到人性洞察？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365760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第三轮挖掘：跨界类比有新角度？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286000"/>
            <a:ext cx="365760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结构选择：A（反常识）还是 B（踩坑）？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365760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项检查：反常识/具体性/实用性/传播性都 ✅？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743200"/>
            <a:ext cx="365760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钩子公式：8 字以内？吸引力够？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200400"/>
            <a:ext cx="365760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语言风格：无 4 条禁忌？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3200400"/>
            <a:ext cx="365760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字数：280-400 字？4-6 段？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657600"/>
            <a:ext cx="365760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97280" y="3657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金句：12-18 字？可独立传播？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3657600"/>
            <a:ext cx="365760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0" y="3657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视频号标签：3 个安全词？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297680"/>
            <a:ext cx="11064240" cy="9144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2976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1A2419"/>
                </a:solidFill>
              </a:rPr>
              <a:t>⚡  现在就把你的一个小经历告诉 AI</a:t>
            </a:r>
            <a:endParaRPr lang="en-US" sz="18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1A2419"/>
                </a:solidFill>
              </a:rPr>
              <a:t>「哪怕是上周买菜的插曲，也能变成 30-40 秒爆款口播」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48640" y="5394960"/>
            <a:ext cx="11064240" cy="1097280"/>
          </a:xfrm>
          <a:prstGeom prst="rect">
            <a:avLst>
              <a:gd name="adj" fmla="val 8333"/>
            </a:avLst>
          </a:prstGeom>
          <a:solidFill>
            <a:srgbClr val="24302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39496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F0F5EC"/>
                </a:solidFill>
              </a:rPr>
              <a:t>📞 找到我</a:t>
            </a:r>
            <a:endParaRPr lang="en-US" sz="14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97BC62"/>
                </a:solidFill>
              </a:rPr>
              <a:t>视频号「周盛说」· 一人公司第 X 天 · 新人训练营</a:t>
            </a:r>
            <a:endParaRPr lang="en-US" sz="14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</a:rPr>
              <a:t>每周直播答疑 + 远程搭建 + 远程调 Skill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短视频文案助手 SOP v2.0 · 周盛讲师版</dc:title>
  <dc:subject>PptxGenJS Presentation</dc:subject>
  <dc:creator>周盛 / 视频号「周盛说」</dc:creator>
  <cp:lastModifiedBy>周盛 / 视频号「周盛说」</cp:lastModifiedBy>
  <cp:revision>1</cp:revision>
  <dcterms:created xsi:type="dcterms:W3CDTF">2026-09-02T09:06:55Z</dcterms:created>
  <dcterms:modified xsi:type="dcterms:W3CDTF">2026-09-02T09:06:55Z</dcterms:modified>
</cp:coreProperties>
</file>