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从自媒体到一人公司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起号 · 赚钱 · 搭建产品阶梯 · 跑通一人公司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姜胡说方法论 × 琪萌实战 × 大盛一人公司赛道决策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4206240"/>
            <a:ext cx="274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0F5EC"/>
                </a:solidFill>
              </a:rPr>
              <a:t>讲师：周盛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</a:rPr>
              <a:t>视频号「周盛说」· 一人公司第 X 天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200" i="1" dirty="0">
                <a:solidFill>
                  <a:srgbClr val="97BC62"/>
                </a:solidFill>
              </a:rPr>
              <a:t>配套培训 · 学员版 v1.0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三个困扰你的问题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每个新手 IP 都会卡在这 3 件事上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🚀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如何起号？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920240" y="466344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没有基础账号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不知道怎么开始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💰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75488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如何赚钱？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52160" y="466344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拍了视频但不知道怎么变现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怕早收钱破坏信任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🏢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868680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如何构建一人公司？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784080" y="46634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4846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产品怎么搭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品牌怎么积累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 4 个章节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从起号到一人公司，一条完整的路径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🚀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如何起号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484632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不要凭空创造自媒体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反过来重塑自己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💰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47472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如何赚钱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484632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不着急赚钱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让注意力先投票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📐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产品阶梯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315200" y="48463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→ 低价 → 核心 → 顶层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每一层良性传导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8972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2688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32688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🏢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932688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241280" y="484632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5029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+ 营销 + 品牌</a:t>
            </a:r>
            <a:endParaRPr lang="en-US" sz="11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把自己活成方法论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· 如何起号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不要想着凭空创造一个自媒体，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反过来，用自媒体重塑一个全新的自己。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凭空创作的内容，毫无价值——哪怕它一时会有很多流量。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等潮水退去，你就会发现，原来自己一直在裸泳。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真正值得长期下注的，是你的真实经历。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如果没有，那就去创建一些经历。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它既是你差异化的来源，也是你可以持续积累的财富。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琪萌案例：从 70 条视频撞墙到稳定 1000+ —— 用自媒体重塑一个母婴店主转型的自己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为什么真实经历是你的护城河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 时代，技术差距正在快速缩小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AI 同质化内容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⚠️  AI 每天生产海量同质化内容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⚠️  所有人都在教「玩法」「技巧」「方法论」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⚠️  运营技巧被快速拆解、复制、替代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⚠️  平台流量和算法也会被稀释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i="1" dirty="0">
                <a:solidFill>
                  <a:srgbClr val="8FA88B"/>
                </a:solidFill>
              </a:rPr>
              <a:t>今天学会的打法，明天就有人照着做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i="1" dirty="0">
                <a:solidFill>
                  <a:srgbClr val="8FA88B"/>
                </a:solidFill>
              </a:rPr>
              <a:t>后天就被新套路盖过去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真实经历的护城河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5603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🛡️  你被什么问题困了多久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🛡️  中间有哪些决策摇摆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🛡️  经历过多少次情绪崩溃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🛡️  又怎么一点点调整过来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b="1" i="1" dirty="0">
                <a:solidFill>
                  <a:srgbClr val="FFC832"/>
                </a:solidFill>
              </a:rPr>
              <a:t>这些细节才是真正打动人的东西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b="1" i="1" dirty="0">
                <a:solidFill>
                  <a:srgbClr val="FFC832"/>
                </a:solidFill>
              </a:rPr>
              <a:t>别人拿不走，AI 编不出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细节越具体，不可复制性越高，你的护城河就越深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起号 4 步法（不找流量密码）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从你真实解决的问题出发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9456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 3 个问题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63040" y="384048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 3 年里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你真实解决过的 3 个问题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选「我也是」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384048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选出最多人会说「我也是」的那个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作为你的起点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19456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加具体细节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0" y="384048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每次输出都刻意加入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「当时我具体怎么做」的细节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8972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326880" y="201168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0" y="2194560"/>
            <a:ext cx="914400" cy="91440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3268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拆解成产品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241280" y="384048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把自己走出困境的路径拆成步骤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打包成可交付的解决方案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 持续公开记录你最新的困境和解法，让护城河随着时间不断加深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62179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琪萌案例：每天没短视频选题 → 把「这个过程记录下来」就是一个短视频的主题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 · 如何赚钱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我之所以可以稳定地赚钱，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是因为，我一直不着急赚钱。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早期 IP 的付费数据往往是最不真实的那一类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刚起步时，信任还很薄，很多人买的不是你的产品，而是「对你的支持」。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这是一份被好意和人情严重污染的数据，你拿它来做方向判断，很可能越走越歪。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886200"/>
            <a:ext cx="10698480" cy="36576"/>
          </a:xfrm>
          <a:prstGeom prst="rect">
            <a:avLst/>
          </a:prstGeom>
          <a:solidFill>
            <a:srgbClr val="3D5440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先做无压力测试，注意力是低成本的市场投票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不让用户掏钱，人们付出的就是兴趣和注意力。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哪条内容被转发最多、哪句话评论最密集——这些真实的行为数据比你的感觉诚实多了。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5212080"/>
            <a:ext cx="10698480" cy="36576"/>
          </a:xfrm>
          <a:prstGeom prst="rect">
            <a:avLst/>
          </a:prstGeom>
          <a:solidFill>
            <a:srgbClr val="3D5440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简单的规则：选 1 个主阵地，连发 10 篇零成本内容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发完后，把每篇的阅读、点赞、评论、转发拉出来对比，圈出数据最高的几篇，拆解主题/标题/结构，下一轮刻意放大这些特征。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2636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263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琪萌案例：「变现是在做的过程中自然生长出来的，不是提前设计出来的」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质量排序：评论 &gt; 转发 &gt; 点赞 &gt; 阅读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深度互比浅层曝光更值钱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评论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35040" y="22860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286000"/>
            <a:ext cx="960120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2860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转发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63940" y="2286000"/>
            <a:ext cx="24003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分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22860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👍 点赞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49640" y="2286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685800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860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👁️ 阅读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35340" y="2286000"/>
            <a:ext cx="17145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🎁  长期红利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一边用内容做最低成本的市场调研，一边悄悄积累信任资产。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等你开始设计价值阶梯、推出付费产品时，用户对你的认可已经垫了好几年。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就不会觉得你是「突然开始收钱」，而是顺理成章地升级关系。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正确的方向，比赚到的那点钱重要得多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· 搭建你的产品阶梯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好的价值阶梯，是帮用户一步步往上爬，不是反复收割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45920" y="1965960"/>
            <a:ext cx="128016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965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短视频筛选用户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0" y="2697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063240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645920" y="3063240"/>
            <a:ext cx="128016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0632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30175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小报童（筛选+知识库）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645920" y="4160520"/>
            <a:ext cx="128016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1605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41148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知识星球（共创+情感连接）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2416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257800"/>
            <a:ext cx="640080" cy="64008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645920" y="5257800"/>
            <a:ext cx="1280160" cy="640080"/>
          </a:xfrm>
          <a:prstGeom prst="rect">
            <a:avLst/>
          </a:prstGeom>
          <a:solidFill>
            <a:srgbClr val="1A241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5257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5212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94960" y="52120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1对1咨询+投资合伙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每一层的人得到的价值都高于期望值 — 良性循环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每一层的筛选逻辑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用户从底层往上走，每一层都是筛选器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筛选用户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73152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万粉丝后开始主动筛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把没耐心、没行动能力、不愿思考的人筛出去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用户量少了，但长远看更有帮助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 + 知识库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971800"/>
            <a:ext cx="73152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对人要求很高：要愿意思考、有行动能力、人品价值观正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知识库可以延展出很多产品（如书 → 新产品 + 流量入口）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29768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 + 共创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16636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承担情绪情感连接、价值观连接、共创的职责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每周视频会议 + 每月线下活动 + 每年年会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允许随时退出 → 保证社群纯正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297680"/>
            <a:ext cx="822960" cy="8229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9808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264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 + 合伙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5166360"/>
            <a:ext cx="73152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1对1咨询、小范围沟通、投资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 10000 份课程不如正确投资一家有潜力的公司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万人看你留下 1 万人，和 30 万人看你留下 1 万人，结果一样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琪萌的产品阶梯实践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40+ 实体店主的 5 个飞轮搭建路径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自媒体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20040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短视频数据稳定 1000+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单条最高 1695（冲 5000）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01168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803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复盘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20040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执行过程即素材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每天做的事就是选题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12080" y="182880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01168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社群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320040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学员沟通 2 小时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发现真实痛点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52360" y="283464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43800" y="182880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54380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知识库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83880" y="320040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公众号质量提升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带动短视频流量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84080" y="2834640"/>
            <a:ext cx="9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875520" y="1828800"/>
            <a:ext cx="2194560" cy="256032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98480" y="2011680"/>
            <a:ext cx="548640" cy="54864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8755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变现闭环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515600" y="320040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高客单 6000+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粉丝直接咨询变现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D49A88"/>
                </a:solidFill>
              </a:rPr>
              <a:t>🎯 琪萌路径总结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从 0 到 5 个飞轮 → 从「不知道变现」到「粉丝直接问怎么变现」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FC832"/>
                </a:solidFill>
              </a:rPr>
              <a:t>变现是在做的过程中自然生长出来的，不是提前设计出来的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· 一人公司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 ≠ 一个人干所有活 = 一套让用户变好的方法论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公司的三块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474720" cy="1280160"/>
          </a:xfrm>
          <a:prstGeom prst="rect">
            <a:avLst>
              <a:gd name="adj" fmla="val 3571"/>
            </a:avLst>
          </a:prstGeom>
          <a:solidFill>
            <a:srgbClr val="1A241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让别人变好的方法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651760"/>
            <a:ext cx="3474720" cy="1280160"/>
          </a:xfrm>
          <a:prstGeom prst="rect">
            <a:avLst>
              <a:gd name="adj" fmla="val 3571"/>
            </a:avLst>
          </a:prstGeom>
          <a:solidFill>
            <a:srgbClr val="1A241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讲清楚怎么让人变好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651760"/>
            <a:ext cx="3474720" cy="1280160"/>
          </a:xfrm>
          <a:prstGeom prst="rect">
            <a:avLst>
              <a:gd name="adj" fmla="val 3571"/>
            </a:avLst>
          </a:prstGeom>
          <a:solidFill>
            <a:srgbClr val="1A241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21040" y="32461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337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反复证明你确实能做到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把这套逻辑折叠进「个人」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产品原型：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50292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你用在自己身上的改变方法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必须能让你在某个维度「确实变好」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= 营销：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54406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在自媒体上持续诚实地记录「我怎么一步步变好」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把路径讲清楚，让别人看到「照着做可能也能行」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5852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= 品牌：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5852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几年下来真的变了样（更健康/更自由/更有钱/更幸福）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这就是品牌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构建你的一人公司：3 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特别简单，但每一步都不简单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12801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965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打造产品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2423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手里得有一套实打实的「让人变好」的方法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先让自己变好，然后也能让别人变好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383280"/>
            <a:ext cx="1280160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32918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337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记录过程 = 营销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7947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从现在开始记录「你怎么打造这款产品、怎么一点点变好」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把你变好的过程摊开给别人看，这就是营销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11538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54880"/>
            <a:ext cx="1280160" cy="8229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548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94560" y="46634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91840" y="4709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 = 品牌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91840" y="51663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你确实因为这套方法变得越来越好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这就是品牌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 = 让自己变好 + 打包成产品 + 过程做成营销 + 结果变成品牌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在跑通前，你要先回答这两个问题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32"/>
                </a:solidFill>
              </a:rPr>
              <a:t>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你怎么保证这套方法对别人也适用？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人都会关心健康、财富、幸福、社交关系。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只要你的方法能让你在其中一个维度实实在在变好，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它一定对一部分人有用。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32"/>
                </a:solidFill>
              </a:rPr>
              <a:t>❓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别人到底需不需要？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35204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657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你不是在硬造一个新需求，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而是在帮一群人，把他们早就存在却说不清的痛点，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起一个准确的名字。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64240" cy="1371600"/>
          </a:xfrm>
          <a:prstGeom prst="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4864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D49A88"/>
                </a:solidFill>
              </a:rPr>
              <a:t>🎯 琪萌的实践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从母婴店主转型的一人公司：把实体店主「早就存在却说不清」的转型焦虑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0F5EC"/>
                </a:solidFill>
              </a:rPr>
              <a:t>起一个准确的名字——「实体店主 + AI + 自媒体」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大盛的一人公司赛道决策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从风险管理者转产品 → 一人公司 → AI 系统闭环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选一人公司赛道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73152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 5h + 风险管理转产品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01168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选视频号「周盛说」作主 IP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3429000"/>
            <a:ext cx="73152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520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通勤碎片化 → 短视频+公众号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Hermes 作唯一 AI 主力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5120" y="342900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520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对话即接口 + 全栈工具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89720" y="32004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26880" y="201168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09760" y="2606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产品方向：帮个人做不确定决策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0" y="3429000"/>
            <a:ext cx="73152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3520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决策百科 + 知识库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1554480"/>
          </a:xfrm>
          <a:prstGeom prst="rect">
            <a:avLst>
              <a:gd name="adj" fmla="val 5882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0352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C832"/>
                </a:solidFill>
              </a:rPr>
              <a:t>🎯  大盛的一人公司方法论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0F5EC"/>
                </a:solidFill>
              </a:rPr>
              <a:t>从「每天 5 小时通勤」的真实困境出发 → 选赛道 → 选 IP → 选工具 → 选方向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知识库 SOP-知识库搭建 → 内容创作飞轮 SOP-内容创作飞轮 → 短视频文案助手 SOP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→ 口播练习·老伙计版 → 新人训练营 4.0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你不是要凭空造一个自媒体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而是用自媒体记录你走过的每一步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那是你最不可被替代的资产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1247120" cy="1280160"/>
          </a:xfrm>
          <a:prstGeom prst="roundRect">
            <a:avLst>
              <a:gd name="adj" fmla="val 10714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 =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0" y="365760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让自己持续变好 × 打包成产品 × 过程做成营销 × 结果变成品牌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📞 找到我</a:t>
            </a:r>
            <a:endParaRPr lang="en-US" sz="14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97BC62"/>
                </a:solidFill>
              </a:rPr>
              <a:t>视频号「周盛说」· 一人公司第 X 天 · 新人训练营</a:t>
            </a:r>
            <a:endParaRPr lang="en-US" sz="14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每周直播答疑 + 远程搭建 + 远程调 Skill</a:t>
            </a:r>
            <a:endParaRPr lang="en-US" sz="14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C832"/>
                </a:solidFill>
              </a:rPr>
              <a:t>👇  扫 / 戳 / 搜  「周盛说」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从自媒体到一人公司 · 姜胡说方法论 + 琪萌实战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2026-09-03T09:29:52Z</dcterms:created>
  <dcterms:modified xsi:type="dcterms:W3CDTF">2026-09-03T09:29:52Z</dcterms:modified>
</cp:coreProperties>
</file>