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口播练习 · 老伙计版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把一个知识点从「下载」升级到「安装」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胡子哥方法论 × 琪萌实战案例 × Skill v3.0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4023360"/>
            <a:ext cx="274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0F5EC"/>
                </a:solidFill>
              </a:rPr>
              <a:t>讲师：周盛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</a:rPr>
              <a:t>视频号「周盛说」· 一人公司第 X 天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200" i="1" dirty="0">
                <a:solidFill>
                  <a:srgbClr val="97BC62"/>
                </a:solidFill>
              </a:rPr>
              <a:t>配套 SOP · 学员培训版 v1.1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真实案例：琪萌（学员社群内）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40+ 实体店主的转型之路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👩 琪萌是谁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🏪  实体店主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    母婴店主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👨‍👩‍👧‍👦  家庭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    二胎宝妈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🎂  年龄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    40 岁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📱  短视频状态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    从 0 到稳定 1000+ 播放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C832"/>
                </a:solidFill>
              </a:rPr>
              <a:t>    高客单成交 6000+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🚧 撞墙 → 转机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0" y="2697480"/>
            <a:ext cx="54864" cy="54864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早期（0-30 天）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播放量 500 起，每天想选题 3 小时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474720"/>
            <a:ext cx="54864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突破点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短视频框架和节奏改善 + 公众号质量提升带动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389120"/>
            <a:ext cx="54864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现在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数据稳定 1000+，单条最高 1695（冲 5000）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5212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她的复盘方法论——就是今天讲的 SOP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条核心公式（胡子哥原话）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这套方法论的 3 个底层信念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📖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 = 安装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20240" y="466344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不是下载到脑子里占位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是把别人的技能安装到自己身上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🍽️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 = 交付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852160" y="466344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不是做了某个环节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是端上桌且别人喜欢吃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8288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68680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= 学习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84080" y="46634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846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不是先学好了再做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是在做事中遇到问题的那一刻才真的学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看卡点：你是「下载模式」吗？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vs 安装的 4 个动作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信息进入大脑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但无法调用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3246120"/>
            <a:ext cx="4114800" cy="45720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例：划线、收藏、从没复盘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066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06640" y="2560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获得技能的使用权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变成你的外接机械臂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3246120"/>
            <a:ext cx="4114800" cy="45720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例：学完能用，能教别人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4592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4754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清理用不到的技能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释放空间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0" y="5440680"/>
            <a:ext cx="4114800" cy="45720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5440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例：定期清理没用的方法论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06640" y="4754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等新工具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更新过时技能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5440680"/>
            <a:ext cx="4114800" cy="457200"/>
          </a:xfrm>
          <a:prstGeom prst="rect">
            <a:avLst/>
          </a:prstGeom>
          <a:solidFill>
            <a:srgbClr val="1A241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5440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例：手工方法升级为 AI 流程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琪萌的转折：把「收藏夹」变成「知识卡」+ 「口播文案」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看卡点：你「包饺子」做到哪一步？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只有端上桌且大家喜欢吃，才叫真正的闭环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会擀皮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21945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71800" y="2834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会调馅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0" y="21945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会包饺子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43800" y="21945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35240" y="2834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会煮下锅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5548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75520" y="21945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966960" y="2834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端上桌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大家喜欢吃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 闭环诊断 3 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你能直接交付什么？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4572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别人愿意为什么付钱？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你从市场获得反馈了吗？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5074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是播放量/销量，还是仅仅在自嗨？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你的交付有积累吗？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52160" y="5577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下次能做得更好吗？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琪萌答：「我能给实体店主拍短视频+AI+复盘+社群+知识库五条闭环」，高客单 6000+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胡子循环：先做事再学习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真正的学习发生在做事遇到问题的那一刻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E1A0E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胡子循环 · Beard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去做事  →  遇到问题  →  去学  →  用上  →  沉淀  →  遇到新问题  →  再去学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你不是先学会游泳再下水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是先下水扑腾，发现自己快沉了才开始学换气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303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写点什么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100 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512064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5303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7784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拍点什么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拿起手机就拍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512064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5303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509760" y="5212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0976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免费帮一个人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 ≠ 理解 ≠ 学到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学习的三级检验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103120"/>
            <a:ext cx="1463040" cy="1463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20240" y="4160520"/>
            <a:ext cx="9144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能复述定义和原话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5349240"/>
            <a:ext cx="3108960" cy="59436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349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这句话能背出来吗？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103120"/>
            <a:ext cx="1463040" cy="1463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852160" y="416052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2976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能用自己的话说清楚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知道在什么场景用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5349240"/>
            <a:ext cx="3108960" cy="59436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5349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给一个 12 岁的孩子讲一遍？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2103120"/>
            <a:ext cx="1463040" cy="14630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🔧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59536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784080" y="416052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42976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能真正用出来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变成了自己的技能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0" y="5349240"/>
            <a:ext cx="3108960" cy="59436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5349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你今天能用一次吗？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划线不代表学到。真正的学到叫「重构」——突然意识到「原来是这个意思啊！」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两阶段融合练习（默认模式）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搞懂 → 满意门 → Phase 2 表达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Phase 1 — 知识的理解与运用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角色：认知追问者（质疑/批判/连接）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选一张今天想搞懂的卡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知识深挖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维度循环追问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压缩检验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问 ≥ 3 清晰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5212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🟢/🟡/🔴 + A/B/C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🎙️ Phase 2 — 知识的表达与输出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角色：内容教练（结构/表达/打磨）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017520"/>
            <a:ext cx="45720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表达准备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钩子/冲突/案例/行动/CTA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 + 迭代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三问自检 + 5 轮上限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480560"/>
            <a:ext cx="45720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产出模式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出稿 / B 出文 / C 沉淀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5212080"/>
            <a:ext cx="45720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49440" y="5212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 + 拍完了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5212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记录本次练习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89320" y="3931920"/>
            <a:ext cx="18288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85216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知识深挖 8 维度（Phase 1 核心）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不是全部要走一遍，而是随对话自然展开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本质追问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 12 岁的孩子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讲这个概念，怎么说？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结构追问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2834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上层是什么？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下级有什么？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因果追问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0" y="2834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为什么是这样？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哪个环节最容易被忽略？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26880" y="18288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20116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24128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应用追问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01200" y="2834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今天之内你能用一次吗？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2062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6304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误区追问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22960" y="502920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120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大多数人听到这个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第一反应错在哪？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4023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42062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38912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反例追问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749040" y="502920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5120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能想出一个反例吗？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什么情况下反而有害？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23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42062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31520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连接追问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675120" y="502920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5120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这和上周说的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那个概念什么关系？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326880" y="40233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09760" y="42062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024128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压缩追问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9601200" y="502920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5120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20 个字说清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这张卡在说什么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非线性：AI问 → 你答 → 追问 → 深化 → 连接 → 整合 → 直到说「这块我清楚了」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压缩检验（满意门）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问中至少 3 问清晰，才能进入 Phase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一句话说清本质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20 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993392"/>
            <a:ext cx="5486400" cy="54864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99339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例：阅读 = 安装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971800"/>
            <a:ext cx="594360" cy="5943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71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一个最简行动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任何人能做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2999232"/>
            <a:ext cx="5486400" cy="54864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9992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例：今天用一次你学的东西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77640"/>
            <a:ext cx="594360" cy="5943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一个最小案例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句话讲清场景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4005072"/>
            <a:ext cx="5486400" cy="54864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00507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例：上次我做 XX 时...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983480"/>
            <a:ext cx="594360" cy="5943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和已知常识的连接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303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「就像...但不完全是...」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5010912"/>
            <a:ext cx="5486400" cy="54864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50109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例：就像升级软件但...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AI 不代答。你必须自己回答。回答模糊 → 回去继续深挖。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满意度选择（Phase 1 → Phase 2 的门）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种状态 + 3 种选择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737360"/>
          </a:xfrm>
          <a:prstGeom prst="roundRect">
            <a:avLst>
              <a:gd name="adj" fmla="val 789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🟢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可以进入 Phase 2 表达输出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657600" cy="1737360"/>
          </a:xfrm>
          <a:prstGeom prst="roundRect">
            <a:avLst>
              <a:gd name="adj" fmla="val 789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🟡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7607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基本懂了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但想下次再深挖某个维度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3657600" cy="1737360"/>
          </a:xfrm>
          <a:prstGeom prst="roundRect">
            <a:avLst>
              <a:gd name="adj" fmla="val 7895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🔴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969264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还没搞懂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9264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明天继续深挖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64008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Phase 2：表达练习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当天就出稿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64008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89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先沉淀理解成果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后续再表达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64008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29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仅深挖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今日不表达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6424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8521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🚫 选「先沉淀不表达」超过 3 次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FC832"/>
                </a:solidFill>
              </a:rPr>
              <a:t>→ 表达本身是深度理解的工具，不能跳过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表达：5 段结构 + 三问自检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角色：内容教练（结构/表达/打磨）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4114800"/>
          </a:xfrm>
          <a:prstGeom prst="roundRect">
            <a:avLst>
              <a:gd name="adj" fmla="val 333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5 段表达结构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[反常识/冲突感方向]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认知冲突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以前以为X → 其实是Y → 为什么错了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你的经历/典型场景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看完能做的一步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98348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983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4983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[关注/收藏/评论]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三问自我检查（每轮强制）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和我有什么关系？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063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观众代入感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看到哪里观众会划走？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069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必须答出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具体时间点或元素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4709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看完后他想干什么？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5074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/ 转发 / 收藏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循环上限：5 轮。超过 5 轮仍未满意 → 主动暂停，考虑换主题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琪萌的两阶段实操（具体演练）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她是怎么用这个 SOP 跑通稳定 1000+ 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Phase 1：琪萌的深挖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选题：「短视频数据稳定 1000+ 的 4 个原因」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维度 1 本质：到底什么是数据稳定？去掉数字剩什么？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维度 3 因果：为什么有的视频 1695 还能继续涨？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维度 4 应用：琪萌自己能用一次吗？能写成复盘文章吗？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压缩检验：1 句话= 短视频框架和节奏改善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Phase 2：琪萌的输出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结构 A：钩子「1000+」+ 数据复盘 + 4 个原因 + 行动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三问自检：Q1 实体店主代入 ✓ / Q2 开头 3 秒✓ / Q3 评论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拍完后：回填 AI 生成 4 条知识卡入库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下次遇到同类问题：直接调出复用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结果：公众号质量提升带动短视频流量（反常识）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内容生产管线（8 步闭环）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扒评论 → 拍 → 回填 → 知识卡入库（不是单向产线，是增强回路）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扒评论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排序选题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知识库映射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26880" y="1828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20116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核心点分析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拍视频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320040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8912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 AI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017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320040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生成知识卡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26880" y="3017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0" y="320040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241280" y="3246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各环节要点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8016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扒评论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17520" y="4846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高赞评论 = 一类人的真实痛点，比自己想选题准 10 倍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80160" y="5257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知识库映射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5257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映射不上 = 你还不懂，先深挖再拍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5669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80160" y="5669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 AI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017520" y="5669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拍完 ≠ 结束，回填才算完成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没有回填的内容不算完成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创作者操作系统：7 个落地法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每天写点什么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不追求写得好，先开始写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64008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251460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423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从最小闭环开始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4231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不是大产品，是今天发一条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640080" cy="5029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310896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017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遇到问题再学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017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不提前学一年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6400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371600" y="370332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611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用完就沉淀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36118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 AI + 知识卡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64008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371600" y="429768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卸载不用技能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0" y="42062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定期检查 + 轻装前行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640080" cy="5029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00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371600" y="489204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4800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升级过时技能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43600" y="48006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拥抱 AI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6400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394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1371600" y="5486400"/>
            <a:ext cx="320040" cy="320040"/>
          </a:xfrm>
          <a:prstGeom prst="rect">
            <a:avLst/>
          </a:prstGeom>
          <a:solidFill>
            <a:srgbClr val="1A241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5394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走一步看两步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43600" y="53949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看十步的人迈不出第一步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我们不需要更多知识，需要更多行动。不需要更长规划，需要更小闭环。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 = 安装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 = 交付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55280" y="822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= 学习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今天就开始跑通你的第一个闭环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 100 字 + 1 条视频 + 帮 1 个人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✍️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写点什么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100 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11480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891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拍点什么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拿起手机就拍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411480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32104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免费帮一个人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📞 找到我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97BC62"/>
                </a:solidFill>
              </a:rPr>
              <a:t>视频号「周盛说」· 一人公司第 X 天 · 新人训练营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</a:rPr>
              <a:t>每周直播答疑 + 远程搭建 + 远程调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口播练习·老伙计版 SOP · 琪萌实战 · 周盛讲师版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2026-09-03T09:13:43Z</dcterms:created>
  <dcterms:modified xsi:type="dcterms:W3CDTF">2026-09-03T09:13:43Z</dcterms:modified>
</cp:coreProperties>
</file>