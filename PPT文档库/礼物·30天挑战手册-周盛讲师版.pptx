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🎁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礼物·30 天挑战手册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把脑子里的想法，包装成礼物送出去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讲师：周盛  |  视频号「周盛说」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一人公司第 X 天  |  新人训练营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你脑子里有想法，但送不出去？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4 种典型困境，看看你是哪一种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3D5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🤔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自我贬低型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这事太简单了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谁都知道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3D5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031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完美主义型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想憋个大的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结果憋不出来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3D5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🧩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2648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没方法型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想送但不知道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送给谁、怎么送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3D5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1031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😶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91540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没行动型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想到但永远没做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= 行动为 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胡子哥的 3 个底层公式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任何数乘以 0，都等于 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想法 × 0 = 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7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再好的想法</a:t>
            </a:r>
            <a:endParaRPr lang="en-US" sz="17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7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没有行动力 = 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× 0 = 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63440" y="36576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7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再好的产品</a:t>
            </a:r>
            <a:endParaRPr lang="en-US" sz="17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7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没有用户 = 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× 0 = 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503920" y="36576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7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当行动为 0 时</a:t>
            </a:r>
            <a:endParaRPr lang="en-US" sz="17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7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所有认知毫无价值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</a:rPr>
              <a:t>⚡ 任何数乘以 0，都等于 0  —— 胡子哥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步把想法变成礼物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从想到 → 到送出去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868680" cy="868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盘点你有什么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你是谁 / 优势 / 踩过的坑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377440"/>
            <a:ext cx="868680" cy="8686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3474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找到需要它的人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谁？→ 什么问题？→ 场景？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2377440"/>
            <a:ext cx="868680" cy="8686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3474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包装成完整故事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 + PROBLEM + SOLUTION + CTA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2103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2377440"/>
            <a:ext cx="868680" cy="86868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15400" y="3474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现在就送出去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2560" y="40233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发出去 / 发给一个人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· 盘点你有什么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胡子哥留的 4 个作业题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你是谁？有什么优势？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80360"/>
            <a:ext cx="502920" cy="5029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880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取得过哪些成绩？自己认为是成绩就好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794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踩过哪些坑？经验对别人有帮助吗？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709160"/>
            <a:ext cx="502920" cy="5029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7091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你喜欢什么？感兴趣什么？做过什么？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⚡ 二年级掌握的知识，对一年级来说已经很有用了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· 找到需要它的人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完整的「讲故事」路径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谁？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送给谁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32918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331720" y="228600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问题？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329184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遇到什么问题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32918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场景？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29184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日常场景是什么样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2918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为什么？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329184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为什么礼物能帮到他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32918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0" y="228600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结果？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会带来怎样的结果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12680" y="32918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195560" y="228600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行动？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287000" y="329184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召唤他采取什么行动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⚡ 讲一个完整的故事，哪怕只有 30 秒钟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· 包装成完整故事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HOOK + PROBLEM + SOLUTION + CTA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</a:rPr>
              <a:t>HOOK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秒</a:t>
            </a:r>
            <a:endParaRPr lang="en-US" sz="14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抓住注意力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E085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585"/>
                </a:solidFill>
              </a:rPr>
              <a:t>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具体场景</a:t>
            </a:r>
            <a:endParaRPr lang="en-US" sz="14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引发共鸣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</a:rPr>
              <a:t>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你的礼物</a:t>
            </a:r>
            <a:endParaRPr lang="en-US" sz="14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怎么帮他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</a:rPr>
              <a:t>CTA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号召行动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9828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该做什么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⚡ 痛点处要具体场景，不要大词 —— 胡子哥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 · 现在就送出去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这一步最重要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⏰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30 分钟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准备礼物 20 分钟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送出去 10 分钟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🎁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礼物可以是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4572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实物 / 软件 / 一本书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一个想法 / 一条洞见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🚫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2648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不要卖货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4572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强调三遍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真诚才活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10312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🤝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91540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送给一个人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4572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不是只在脑子里想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真的发给一个人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天落地计划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每天 30 分钟，跑通「想到 → 送出」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</a:rPr>
              <a:t>Day 1-7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盘点你是谁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列出 5 份礼物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写第 1 份口播稿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录一遍发出去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356616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</a:rPr>
              <a:t>Day 8-21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每天选 1 份礼物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 HOOK+PS+CTA 写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发出去（哪怕 1 人）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晚上 30 秒自检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28800"/>
            <a:ext cx="3566160" cy="64008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</a:rPr>
              <a:t>Day 22-30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放大期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32918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挑 3 条最好礼物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做礼物集锦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私信收到礼物的人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沉淀为知识卡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学员案例 · 琪萌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40 岁二胎宝妈 / 母婴店主 / 一人公司赛道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执行过程即素材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6517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自己从不会到会的过程 = 最好 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01168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132320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流量款 + 价值款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6517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2 条：1 条工具 + 1 条价值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4160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小报童是转化入口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754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 199/399/599 → 留 69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11480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32320" y="4160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类客户判断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4754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白嫖 / 真想做 / 卡在哪个环节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琪萌的撞墙 → 突破路径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从「送不出去」到「送出 4 份礼物」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学员「一听就会一做就废」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不会电脑的 60 后不知道怎么帮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6000/69 差 100 倍直接没成交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高端用户开始收割低端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2194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8346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公开直播连麦演示（看 → 用 → 通）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先看客户缺什么再放产品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客户自己选，差价过大先讲清楚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工具类少说，价值类多说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项自检清单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</a:rPr>
              <a:t>—— 每晚睡前 30 秒勾一遍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今天我送出去 1 份礼物了吗？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礼物里有具体场景吗？（不是大词，是细节）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礼物里有 HOOK+PROBLEM+SOLUTION+CTA 4 段吗？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526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我有没有「想卖货」的冲动？（如果有，赶紧删掉）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3035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</a:rPr>
              <a:t>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394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我有没有真的送给一个人？（不是只在脑子里想）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条红灯边界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545"/>
                </a:solidFill>
              </a:rPr>
              <a:t>—— 踩到任何一条 = 礼物送废了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</a:rPr>
              <a:t>🚫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不要卖货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0" y="1874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卖货就死，真诚才活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</a:rPr>
              <a:t>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不要炫技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2743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任何刷小聪明的人都是傻X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</a:rPr>
              <a:t>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不要用大词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3611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痛点处要具体场景，不要抽象形容词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</a:rPr>
              <a:t>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不要憋大的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44805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宁可送出去 10 个小的，不要憋到完美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</a:rPr>
              <a:t>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5349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不要憋完美再送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5349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边做边明白，先把车开起来再决定往哪儿开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你的礼物清单模板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8B"/>
                </a:solidFill>
              </a:rPr>
              <a:t>—— 写下来，不是只在脑子里想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3716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礼物 #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2011680"/>
            <a:ext cx="22860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送给谁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011680"/>
            <a:ext cx="36576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011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2011680"/>
            <a:ext cx="365760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011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 (前 3 秒)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371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0240" y="2697480"/>
            <a:ext cx="22860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6974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26974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697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26974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697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371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3383280"/>
            <a:ext cx="22860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33832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33832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3383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63840" y="33832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3832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1371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690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920240" y="4069080"/>
            <a:ext cx="22860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40690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06240" y="40690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4069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863840" y="40690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4069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1371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7548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920240" y="4754880"/>
            <a:ext cx="22860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06240" y="47548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4754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63840" y="47548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4754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1371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40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920240" y="5440680"/>
            <a:ext cx="22860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5440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06240" y="54406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0" y="5440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863840" y="5440680"/>
            <a:ext cx="3657600" cy="68580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5440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⚡ 写下来 5 份礼物 = 你已经跑通 30 天挑战的第一步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419"/>
          </a:solidFill>
          <a:ln w="12700">
            <a:solidFill>
              <a:srgbClr val="1A24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1064240" cy="5029200"/>
          </a:xfrm>
          <a:prstGeom prst="rect">
            <a:avLst>
              <a:gd name="adj" fmla="val 3636"/>
            </a:avLst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真诚就是最强大的核武器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人人都知道这一点。但不是人人都能做到。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你能做到，就可以战无不胜。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2419"/>
                </a:solidFill>
              </a:rPr>
              <a:t>—— 胡子哥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🎁 现在、立刻、马上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想想你是谁 / 有什么优势 / 取得过哪些成绩 / 踩过哪些坑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把他们转化成礼物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88B"/>
                </a:solidFill>
              </a:rPr>
              <a:t>无论大小，全列出来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 5 份礼物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3657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4389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写第 1 份口播稿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3657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4389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录一遍 + 发出去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0" y="3657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4389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沉淀到知识库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关注：周盛说（视频号） | 一人公司第 X 天挑战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</a:rPr>
              <a:t>加入「周盛说」老伙计社群，一起跑通 30 天挑战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礼物·30天挑战手册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2026-09-07T11:22:28Z</dcterms:created>
  <dcterms:modified xsi:type="dcterms:W3CDTF">2026-09-07T11:22:28Z</dcterms:modified>
</cp:coreProperties>
</file>