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FC832">
              <a:alpha val="20000"/>
            </a:srgbClr>
          </a:solidFill>
          <a:ln w="12700">
            <a:solidFill>
              <a:srgbClr val="FFC83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IP 打造 × 内容定位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三色底座 · 四层内容 · 一张价值罗盘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 · 视频号「周盛说」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一人公司第 X 天  ·  学员训练营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姜胡说方法论  ×  胡子哥社群实战  ×  琪萌教练案例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IP 之前，先回答这 4 个问题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如果一个都答不上来，先别起号。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45920" y="3977640"/>
            <a:ext cx="54864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14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底色是什么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本色是什么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专业色是什么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我要去哪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0" y="3977640"/>
            <a:ext cx="54864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4114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未来想成为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什么样的人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方向是否清晰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📐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做什么内容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98080" y="3977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114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/ 知识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 / 我是谁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四层先定位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2688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💎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32688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凭什么变现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424160" y="3977640"/>
            <a:ext cx="54864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4114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时间价值 × 信任价值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信任资产才是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真正的护城河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今天的三件事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→ 2 → 3 → 落地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IP 三色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 / 本色 / 专业色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4069080"/>
            <a:ext cx="9144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找到独属于自己的起点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不要以任何人为对标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内容定位四层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/ 知识 / 洞见 / 我是谁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069080"/>
            <a:ext cx="9144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决定你能走多远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洞见类最容易成为 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价值罗盘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时间价值 × 信任价值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080" y="4069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 ≠ 资产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铁粉 1000 比路人 100 万更值钱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打造个人 IP · 第一步：不要对标我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0" y="1463040"/>
            <a:ext cx="3017520" cy="3017520"/>
          </a:xfrm>
          <a:prstGeom prst="ellipse">
            <a:avLst/>
          </a:prstGeom>
          <a:solidFill>
            <a:srgbClr val="FFC832">
              <a:alpha val="70000"/>
            </a:srgbClr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1280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73152" cy="10058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很多老伙计都想打造个人 IP，但不要对标我。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73152" cy="10058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以我为对标？很可能连第一步都迈不出去。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每个人都必须找到独属于自己的起点和成长轨迹。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三色第一层：底色（核心吸引力）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2C5F2D">
              <a:alpha val="7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 SE · 三观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 / 人生观 / 价值观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底色决定：吸引什么人、留住什么人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7040880" cy="64008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你怎么看世界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377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对世界的基本判断与立场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7040880" cy="64008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你想成为谁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1546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人生目标与长期方向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931920"/>
            <a:ext cx="7040880" cy="64008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怎么判断对错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价值观排序与决策原则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709160"/>
            <a:ext cx="7040880" cy="64008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4709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4709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面对岔路时的取舍标准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底色是虚的吗？不，是实打实的价值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943600" cy="4480560"/>
          </a:xfrm>
          <a:prstGeom prst="roundRect">
            <a:avLst>
              <a:gd name="adj" fmla="val 306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底色模糊的社群很难建立真正的信任关系。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你的底色清晰，自然会吸引对的人，同时也会把不合适的人筛掉。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80160" y="4846320"/>
            <a:ext cx="48463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姜胡说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对比实验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C44545">
              <a:alpha val="25000"/>
            </a:srgbClr>
          </a:solidFill>
          <a:ln w="19050">
            <a:solidFill>
              <a:srgbClr val="C4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底色模糊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278892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粉丝黏性低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难建信任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变现转化差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16052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97BC62">
              <a:alpha val="40000"/>
            </a:srgbClr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底色清晰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47548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志同道合者聚集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信任感强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变现自然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三色第二层：本色（让人留下的关键）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97BC62">
              <a:alpha val="40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 SE · 经历 / 个性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真实的你 · 摔过的跤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本色是 IP 的人格身份证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60604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5146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经历是吸引人的第一步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24612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1546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个性是让人留下的关键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88620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7947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知识只是入口，长期关系的基础是你这个人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44348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不靠装扮，靠真实的经历和事故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516636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166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5074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摔倒了别隐藏，真实分享才有情感连接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真正吸引人的不是知识，而是你的性格和经历。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三色第三层：专业色（吸引人的入口）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C832">
              <a:alpha val="40000"/>
            </a:srgbClr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ZHUAN SE · 专业技能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 / 餐饮 / AI / 短视频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三色递进关系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1280160" cy="9144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688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吸引人来关注你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3703320"/>
            <a:ext cx="128016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033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703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32320" y="3703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让人愿意留下来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4937760"/>
            <a:ext cx="12801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937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49377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32320" y="49377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让人聚在你身边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852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误以为教技能就是做 IP，那是工具人。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内容定位四层：决定你能走多远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743200" cy="40233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743200" cy="457200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 / 资讯 / 财经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182880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黏性低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474720" y="1554480"/>
            <a:ext cx="2743200" cy="40233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554480"/>
            <a:ext cx="27432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知识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读书方法 / 拍摄技巧 / 建库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3017520"/>
            <a:ext cx="18288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易变现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554480"/>
            <a:ext cx="274320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洞见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 / 价值观 / 思维框架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3017520"/>
            <a:ext cx="18288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播放受限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黏度极高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</a:rPr>
              <a:t>→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326880" y="155448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0" y="1554480"/>
            <a:ext cx="274320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「我是谁」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09760" y="2148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你想成为什么样的人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784080" y="3017520"/>
            <a:ext cx="182880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0704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凤毛麟角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0976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0704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 IP 定义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洞见类创作者最容易成为 IP。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价值罗盘：流量是时间，资产是信任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50292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时间价值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有效观看时长 · 完播率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737360"/>
            <a:ext cx="0" cy="4389120"/>
          </a:xfrm>
          <a:prstGeom prst="line">
            <a:avLst/>
          </a:prstGeom>
          <a:noFill/>
          <a:ln w="25400">
            <a:solidFill>
              <a:srgbClr val="FFC83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5603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信任价值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 &gt; 收藏 &gt; 评论 &gt; 点赞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2286000" cy="1005840"/>
          </a:xfrm>
          <a:prstGeom prst="rect">
            <a:avLst/>
          </a:prstGeom>
          <a:solidFill>
            <a:srgbClr val="C44545">
              <a:alpha val="3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无效内容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2秒死线 · 钩子前置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834640"/>
            <a:ext cx="2743200" cy="1005840"/>
          </a:xfrm>
          <a:prstGeom prst="rect">
            <a:avLst/>
          </a:prstGeom>
          <a:solidFill>
            <a:srgbClr val="D4A845">
              <a:alpha val="40000"/>
            </a:srgbClr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小圈层内容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叙事前置 · 节奏提速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2286000" cy="1005840"/>
          </a:xfrm>
          <a:prstGeom prst="rect">
            <a:avLst/>
          </a:prstGeom>
          <a:solidFill>
            <a:srgbClr val="8FA88B">
              <a:alpha val="50000"/>
            </a:srgbClr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表演型内容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看我 → 得法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931920"/>
            <a:ext cx="2743200" cy="1005840"/>
          </a:xfrm>
          <a:prstGeom prst="rect">
            <a:avLst/>
          </a:prstGeom>
          <a:solidFill>
            <a:srgbClr val="FFC832">
              <a:alpha val="50000"/>
            </a:srgbClr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✓ 可持续变现区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打通关注—私域—产品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1737360"/>
            <a:ext cx="4114800" cy="4114800"/>
          </a:xfrm>
          <a:prstGeom prst="roundRect">
            <a:avLst>
              <a:gd name="adj" fmla="val 333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变现公式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0" y="2423160"/>
            <a:ext cx="265176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10万播放 × 1000铁粉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9808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100万播放 × 100路人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955280" y="4297680"/>
            <a:ext cx="3200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前者是水库，随时可用。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后者是暴雨，很快就消失。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5349240"/>
            <a:ext cx="35661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5349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玩长久的游戏，跟长久的人在一起。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执行路径：先定位，然后只改一招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把罗盘当自检表，找到象限 → 只动一个杠杆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280160" cy="9144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920240" y="169164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时间低 + 信任低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钩子前置 / 问题-承诺-兑现三连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2秒死线降下去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280160" cy="9144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920240" y="278892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时间低 + 信任高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78892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/ 叙事前置 / 节奏提速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2788920"/>
            <a:ext cx="34747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放大可感知价值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1280160" cy="914400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862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920240" y="388620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时间高 + 信任低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29200" y="388620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只改一招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从「看我」转「得法」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3886200"/>
            <a:ext cx="34747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206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输出可被采纳的步骤+结果验证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983480"/>
            <a:ext cx="1280160" cy="9144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983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1920240" y="498348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5029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11680" y="5303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时间高 + 信任高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4983480"/>
            <a:ext cx="30175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5029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只改一招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5303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打通「关注—私域—产品」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38160" y="4983480"/>
            <a:ext cx="3474720" cy="914400"/>
          </a:xfrm>
          <a:prstGeom prst="rect">
            <a:avLst/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5303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建立从内容到收入的最短路径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琪萌老师 · 一人公司搭建日记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783080"/>
            <a:ext cx="1463040" cy="1463040"/>
          </a:xfrm>
          <a:prstGeom prst="ellipse">
            <a:avLst/>
          </a:prstGeom>
          <a:solidFill>
            <a:srgbClr val="D49A88">
              <a:alpha val="50000"/>
            </a:srgbClr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40岁 · 二胎宝妈 · 母婴店主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实体店主真实经验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二胎宝妈日常+撞墙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工具+短视频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赛道：一人公司搭建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1554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实战轨迹（4-8 月）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0" y="2194560"/>
            <a:ext cx="274320" cy="274320"/>
          </a:xfrm>
          <a:prstGeom prst="ellipse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起号迷茫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不知道从哪开始，没有方向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2834640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学员沟通复盘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听会≠做到 / 直播连线演示破解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3474720"/>
            <a:ext cx="274320" cy="2743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数据起色 1695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起色原因：钩子优化 + 高客单成交 6000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4114800"/>
            <a:ext cx="274320" cy="2743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直播答疑首秀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类客户判断 + 6000/69 转化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0" y="4754880"/>
            <a:ext cx="274320" cy="27432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数据稳定 1000+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4663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个原因：节奏+变现关联+热点+公众号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5394960"/>
            <a:ext cx="274320" cy="274320"/>
          </a:xfrm>
          <a:prstGeom prst="ellipse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产品矩阵重构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0" y="5303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砍掉 199/399/599，主推 69 小报童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琪萌的认知差 · 看了 ≠ 用了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大多数学员撞墙的真实原因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C44545">
              <a:alpha val="20000"/>
            </a:srgbClr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学员视角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"我看了视频/书/直播，应该会了吧？"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结果：一做就废，自信心崩塌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97BC62">
              <a:alpha val="30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琪萌破解法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"直播连线演示 + 边做边讲"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过程即素材 · 让撞墙变成内容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6818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琪萌的金句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"变现是在做的过程中自然生长出来的，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不是提前设计出来的。"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琪萌 · 8 月 11 日复盘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天行动清单：从今天能做的小事开始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琪萌参考：30 天搭 300 人免费社群 / 30 天多赚 1 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74320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找自己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554480" y="2971800"/>
            <a:ext cx="73152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54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写下底色（3 观）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列出本色（3 个撞墙故事）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确定专业色（1 句话能教的）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69164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691640"/>
            <a:ext cx="274320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选内容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480560" y="2971800"/>
            <a:ext cx="73152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154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用四层罗盘诊断最近 3 条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锁定主做 L3 洞见 + L4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拍 1 条筛选器视频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91640"/>
            <a:ext cx="274320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跑闭环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06640" y="2971800"/>
            <a:ext cx="7315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154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内容→关注→私域→产品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设关键词承接 CTA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每天 1 条流量款 + 1 条价值款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169164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691640"/>
            <a:ext cx="274320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复盘迭代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332720" y="2971800"/>
            <a:ext cx="73152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3154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看数据：完播+关注+收藏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找到最优象限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重写底色或换打法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从自己当下正好可以做的事开始，养成习惯，每天进步一点点。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流量的本质不是数据，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而是人心资产在时间维度上的投影。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374904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3749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 + 本色 + 专业色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42976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→ 知识 → 洞见 → 我是谁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484632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4846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时间价值 × 信任价值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今天就能做的 3 件小事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从可执行的事开始，养成习惯。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1168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写下你的底色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29184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30 分钟，写下你的三观。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 4 个问题：怎么看待世界、想成为谁、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怎么判断对错、怎么选。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74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9436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用罗盘诊断最近 1 条视频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329184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346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看时间值（完播）+ 信任值（关注/收藏）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找到它落在哪个象限。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按象限行动，只改一招。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78308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874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87552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 1 条筛选器视频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5360" y="2697480"/>
            <a:ext cx="329184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8346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开头两秒讲清楚：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这条视频给谁、给什么、为什么看你。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结尾给一个记忆金句 + 行动触发。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关注「周盛说」视频号 · 看我怎么实现一人公司业务闭环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评论区留言「三色」拿今天课件 + 4 象限自检表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一人公司讲师版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个人IP打造与内容定位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2026-09-28T11:56:57Z</dcterms:created>
  <dcterms:modified xsi:type="dcterms:W3CDTF">2026-09-28T11:56:57Z</dcterms:modified>
</cp:coreProperties>
</file>