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拍了 100 条还在原地踏步？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复制这段 prompt · 短视频诊断教练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姜胡说方法论 × 琪萌实战 × Skill v1.0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0" y="4023360"/>
            <a:ext cx="274320" cy="73152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「你所逃避的，终将控制你。」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克里希那穆提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撞墙的真实路径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几乎所有人都会走这条弯路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遇到卡点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22860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找个人问一下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89120" y="22860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找不到答案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22860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绕着走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0" y="22860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换赛道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92124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149840" y="22860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0" y="2377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14984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卡点还在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0233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真实案例：一年换 4 个赛道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有位老伙计一年换了 4 个赛道都没做起来。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胡子哥问她：「你做短视频时的卡点是什么？」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她说：「前 3 秒、结构、选题…」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" y="55321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胡子哥：「好，那你给我 5 种前 3 秒的解法。」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她答不上来。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核心金句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句话贯穿整套方法论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你逃避的问题并没有消失，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它只是换了个方式，在未来的某个拐角继续等你。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姜胡说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3429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最重要的角色不是写脚本/做封面/加金句，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是帮你诊断、分析、找到可能的解决方案。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姜胡说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846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828800" y="4892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别老盯着自己的缺点找。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找到你的优势，反复使用它，把它变成你的标志。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5669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《巨人的方法》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步诊断法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把烂视频和好视频都喂给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🔴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烂视频 → 找卡点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20240" y="4754880"/>
            <a:ext cx="9144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 条差视频找共同点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卡点不是单条的问题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5196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480560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480560" y="2926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🟢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4805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好视频 → 找优势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52160" y="475488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数据最好的视频找共同点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把优势固化为知识卡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388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412480" y="2011680"/>
            <a:ext cx="3657600" cy="411480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194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12480" y="2926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🔁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4124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优缺点 → 每次练习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784080" y="475488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493776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记住你的清单</a:t>
            </a:r>
            <a:endParaRPr lang="en-US" sz="12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每次拍前录练习版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单条看信号，多条看规律。一个月后回头看 → 卡点越来越短，优势越来越长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 · 烂视频 → 找卡点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5-10 条差视频找共同点，卡点不是单条的问题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可以喂给 AI 的 5 种数据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后台直接看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基础门槛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平台改进建议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视频发布后右侧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平台希望你改的方向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点赞/收藏/评论/关注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决定平台是否继续推流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526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章节分析 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CTR+流失/回看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定位具体在哪段出问题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21208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166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口播文案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发视频时同步转录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5166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结合数据判断内容质量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1828800"/>
            <a:ext cx="44805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医生类比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医生不会从一个化验单下诊断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会看多个化验单的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365760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共同异常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1520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共同异常 = 你的卡点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15200" y="5029200"/>
            <a:ext cx="4114800" cy="36576"/>
          </a:xfrm>
          <a:prstGeom prst="rect">
            <a:avLst/>
          </a:prstGeom>
          <a:solidFill>
            <a:srgbClr val="3D5440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51206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章节分析（流失/回看）</a:t>
            </a:r>
            <a:endParaRPr lang="en-US" sz="11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是最被忽视的卡点定位器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 · 好视频 → 找优势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同样的方式，把优势固化为知识卡片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你心目中的英雄几乎都是凡夫俗子，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只不过他们把自己的优势放大了一两倍。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——《巨人的方法》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每条优势固化为 1 张知识卡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365760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4114800"/>
            <a:ext cx="548640" cy="5486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什么场景下有效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20240" y="534924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486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结构化的「场景」标记，方便检索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931920"/>
            <a:ext cx="365760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4114800"/>
            <a:ext cx="548640" cy="54864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你具体做了什么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52160" y="534924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5486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把动作拆解到颗粒度可复制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0" y="3931920"/>
            <a:ext cx="365760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4114800"/>
            <a:ext cx="548640" cy="54864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86800" y="4846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下次怎么验证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784080" y="534924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5486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下次拍前先看这张卡，对照执行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找到你的优势，反复使用它，把它变成你的标志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 · 每次拍前练习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AI 记住你的清单 → 录练习版 → 反馈 → 进化一点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选卡点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🎙️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926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录练习版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2064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12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文本给AI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6948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40664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98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AI反馈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55480" y="24688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201168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78408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2743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改正1点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AI 对照你的优缺点给反馈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2960" y="4434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💪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这段你发挥好了哪个优势？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4892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又犯了哪个老毛病？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5349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这次最值得改的一个点是什么？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每次进化一点。一个月后回头看：卡点清单越来越短，优势清单越来越长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种数据详解（最重要的是它）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章节分析 — 最被忽视的卡点定位器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88720" y="3154680"/>
            <a:ext cx="91440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基础门槛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82880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06324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平台建议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20440" y="3154680"/>
            <a:ext cx="9144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方向引导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9496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互动数据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52160" y="315468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推流决定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82880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38100">
            <a:solidFill>
              <a:srgbClr val="C44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828800"/>
            <a:ext cx="219456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关键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2668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26680" y="2971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章节分析 ⭐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183880" y="3520440"/>
            <a:ext cx="91440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卡点定位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875520" y="1828800"/>
            <a:ext cx="21945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2103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05840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口播文案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515600" y="3154680"/>
            <a:ext cx="91440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章节分析：你不在哪里发现问题？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章节 CTR（点击率）：用户点进这章的比例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流失数据：用户在哪一段划走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回看数据：用户在哪个段落反复看（说明有价值但表达不清）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光看播放量 = 知道自己冷，但不知道哪里冷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段诊断输出结构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严格按这个格式输出，不增减模块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三维能力（进场/留存/激发）判断核心短板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数据透视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一句话概括这条视频的真实表现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011680"/>
            <a:ext cx="731520" cy="73152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1248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卡点诊断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个最核心问题 + 数据 + 文案交叉验证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3192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114800"/>
            <a:ext cx="731520" cy="7315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29184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优势发现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5257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做得好的 + 数据证据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393192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114800"/>
            <a:ext cx="731520" cy="73152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3232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57200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错题本条目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5257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问题标签 + 自查问句 + 复现信号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3931920"/>
            <a:ext cx="356616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0" y="4114800"/>
            <a:ext cx="731520" cy="73152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9728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🛠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412480" y="4892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12480" y="5257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具体到动作 + 可验证 + 观察时长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把握度标记 🟢🟡🔴 — 缺数据时必须诚实标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错题本条目（4 个字段）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把核心问题浓缩成一句话，方便下次自查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问题标签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（5 字以内）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82880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开头平铺直叙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08960"/>
            <a:ext cx="914400" cy="54864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08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自查问句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（一句话）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92608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这条视频的前 3 秒，陌生人能 1 句话说清跟我有什么关系吗？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206240"/>
            <a:ext cx="914400" cy="5486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06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114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快速检查法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480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（10 秒内）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0" y="402336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把视频给一个没看过你账号的人，3 秒后让他说出主题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303520"/>
            <a:ext cx="91440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303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28800" y="5212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复现信号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28800" y="5577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（可量化）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512064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播放量&lt;1000 + 流失 30%+ 在前 3 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下次拍之前打开错题本，问自己 4 个问题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数据自洽校验（诊断前必做）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种最常见的数据矛盾 — 先指出再诊断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高播放 + 低互动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468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推流大但用户不行动 → 标题党嫌疑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28800" y="3383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低完播 + 高收藏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用户觉得有用但不愿看完 → 开头不抓人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288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高完播 + 低涨粉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内容有吸引力但没人想持续关注 → 缺少人设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035040"/>
            <a:ext cx="1106424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035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数据矛盾不指出 = 误导用户 — 诚实比温柔重要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琪萌诊断实战（学员社群内案例）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70+ 条撞墙到稳定 1000+ — 一次诊断如何改变路径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早期数据（撞墙期）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500-1000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进场能力弱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完播率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&lt;30%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留存能力差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激发能力差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70+ 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样本充足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转折后数据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8-11 单条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1695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冲 5000 中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近期稳定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数据起飞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成交客单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337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1 人高客单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关键变化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钩子+结构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修复卡点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297680"/>
            <a:ext cx="1106424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AI 诊断结论（🟡 中把握）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一句话结论：进出场全弱（播放量低 + 完播率低），主要卡点是「前 3 秒钩子」+「整体结构」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1：开头是「今天分享……」类平铺直叙，没有钩子 → 流失 30%+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" y="5715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卡点 2：结构松散，没有「反常识 → 案例 → 行动」链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琪萌的错题本（4 个字段）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把卡点固化为下次自查的 4 个问句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问题标签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9202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开头平铺直叙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自查问句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8346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这条视频的前 3 秒，陌生人能 1 句话说清「跟我有什么关系」吗？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快速检查法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749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把视频给一个没看过你账号的人，3 秒后让他说出你的主题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663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复现信号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4663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播放量&lt;1000 + 流失 30%+ 在前 3 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 改进方向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不用「今天分享」开头 → 直接用「具体数字+反问」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示例：「我的母婴店 70 条视频一直 500 播放，2 周前我改了一个动作」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天诊断计划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周把「原地踏步」变成「稳定出片」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377440" cy="914400"/>
          </a:xfrm>
          <a:prstGeom prst="ellipse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找卡点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喂 5 条烂视频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4297680"/>
            <a:ext cx="146304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34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5 条最差的视频，喂给 AI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找共同点 → 固化为错题本（5-10 条）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7472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2743200"/>
            <a:ext cx="237744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找优势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65760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喂 5 条好视频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0" y="4297680"/>
            <a:ext cx="146304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4434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 5 条最好的视频，喂给 AI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找共同点 → 固化为知识卡（5-10 条）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0080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2743200"/>
            <a:ext cx="237744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58368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每次拍前练习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040880" y="4297680"/>
            <a:ext cx="14630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434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录练习版 → 让 AI 对照清单反馈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每次解决 1 个问题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89720" y="36576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326880" y="2011680"/>
            <a:ext cx="2743200" cy="41148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509760" y="2743200"/>
            <a:ext cx="2377440" cy="91440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0" y="27432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50976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天复盘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966960" y="4297680"/>
            <a:ext cx="146304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0" y="4434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 4 周错题本</a:t>
            </a:r>
            <a:endParaRPr lang="en-US" sz="10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形成「个人卡点地图」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天后：5-10 条卡点固化 + 5-10 条优势固化 + 数据整体提升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两条原则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诊断教练的底线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诚实比温柔重要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用户给你数据是来找问题的，不是来找安慰的。直说。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023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828800" y="4206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一条只能看信号，多条才能看规律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47091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告诉用户：这个结论基于一条视频，多跑几次才能找到真正的卡点。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943600"/>
            <a:ext cx="11064240" cy="9144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9436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🚫 红灯边界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F0F5EC"/>
                </a:solidFill>
              </a:rPr>
              <a:t>跳过自洽校验 / 把握度不标 / 卡点用空泛词 / 优势无数据证据 / 改进方向太抽象 / 一次改所有问题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把这段 Prompt 复制到你的 AI 工具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你是一个短视频诊断教练……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段输出：⚡ 一句话结论 / 📊 数据透视 / 🎯 卡点诊断 /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优势发现 / 📝 错题本条目 / 🛠 改进方向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下一步：找你的 5 条最差的视频，今天就开始诊断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从「原地踏步」到「稳定出片」，只差这一步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3035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0F5EC"/>
                </a:solidFill>
              </a:rPr>
              <a:t>📞 找到我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97BC62"/>
                </a:solidFill>
              </a:rPr>
              <a:t>视频号「周盛说」· 一人公司第 X 天 · 新人训练营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8FA88B"/>
                </a:solidFill>
              </a:rPr>
              <a:t>每周直播答疑 + 远程搭建 + 远程调 Skill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FFC832"/>
                </a:solidFill>
              </a:rPr>
              <a:t>👇  扫 / 戳 / 搜  「周盛说」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短视频诊断教练 SOP · 100条撞墙救星 · 周盛讲师版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2026-09-04T02:53:14Z</dcterms:created>
  <dcterms:modified xsi:type="dcterms:W3CDTF">2026-09-04T02:53:14Z</dcterms:modified>
</cp:coreProperties>
</file>