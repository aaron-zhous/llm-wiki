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复盘模板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做完一件事，就把它变成可复用的资产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做事前记录 · 做完后复盘 · 提炼成方法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4114800"/>
            <a:ext cx="274320" cy="7315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「做事的价值在于『做完之后闭着眼睛都能跑』」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胡子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为什么要做复盘？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个反常识的真相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645920" y="2743200"/>
            <a:ext cx="1463040" cy="146304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7432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做事没积累？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920240" y="4846320"/>
            <a:ext cx="914400" cy="36576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029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你做了一件事</a:t>
            </a:r>
            <a:endParaRPr lang="en-US" sz="12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但下次遇到还是从头开始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577840" y="2743200"/>
            <a:ext cx="1463040" cy="146304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7432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48056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越做越累？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852160" y="484632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5029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每次重复踩坑</a:t>
            </a:r>
            <a:endParaRPr lang="en-US" sz="12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经验没变成可迁移的方法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0" y="182880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9509760" y="2743200"/>
            <a:ext cx="1463040" cy="14630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27432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841248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想找答案全凭印象？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784080" y="484632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5029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回看时只能凭记忆</a:t>
            </a:r>
            <a:endParaRPr lang="en-US" sz="12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素材不完整，方法不准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复盘的一句话本质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如果做了一件事没有沉淀成方法，这件事以后就别做了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011680"/>
          </a:xfrm>
          <a:prstGeom prst="roundRect">
            <a:avLst>
              <a:gd name="adj" fmla="val 9091"/>
            </a:avLst>
          </a:prstGeom>
          <a:solidFill>
            <a:srgbClr val="243029"/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复盘不是为了回顾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是为了提炼可复用的方法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0" y="3200400"/>
            <a:ext cx="30175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经验资产化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常见误解：复盘 = 回忆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事后凭印象写流水账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没有事实支撑，没有可迁移方法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114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正确做法：复盘 = 提炼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47548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把过程变成可复现的资产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让下次闭着眼睛都能跑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步使用流程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做事前 → 做完后 → 迭代 → 提炼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📝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4572000"/>
            <a:ext cx="914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548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 AI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记录关键环节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74720" y="182880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🔍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47472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89120" y="457200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47548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做四类复盘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（做得好/不好/杜绝/重建）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400800" y="27432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🔧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640080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15200" y="457200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7548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你和 AI 一起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优化流程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89720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326880" y="182880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326880" y="27432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📇</a:t>
            </a:r>
            <a:endParaRPr lang="en-US" sz="5400" dirty="0"/>
          </a:p>
        </p:txBody>
      </p:sp>
      <p:sp>
        <p:nvSpPr>
          <p:cNvPr id="28" name="Text 26"/>
          <p:cNvSpPr/>
          <p:nvPr/>
        </p:nvSpPr>
        <p:spPr>
          <a:xfrm>
            <a:off x="932688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241280" y="4572000"/>
            <a:ext cx="91440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0" y="47548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把方法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固化为知识卡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事后凭印象 = 不可靠 / 做事前 AI 记录 = 复盘有素材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 · 做事前让 AI 记录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这是复盘有素材的前提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关键 Prompt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我们今天所有的关键环节和步骤，请你记得。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哪里有关键环节和目标情报的，我后面要复盘。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重要的事情都写出来，然后你再去做。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24302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为什么必须做这一步？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572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事后凭印象 = 不可靠（记忆会美化过程）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937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937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提前记录 = 完整素材链（每个关键节点都有）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303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5303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复盘不是回顾，是「拼素材」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5669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素材越多 = 提炼方法越准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 = 拼素材，不是凭印象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 · 四类复盘（核心）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找到做好/不好/该杜绝/可重建 4 个角度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822960" cy="8229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💪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37744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做得好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73152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71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判定：这个动作让我省了时间/避了坑/拿了结果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固化为知识卡，下次默认执行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011680"/>
            <a:ext cx="822960" cy="8229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13816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做得不好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83680" y="2880360"/>
            <a:ext cx="7315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971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判定：这个动作花了不该花的时间/没拿到应有结果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3337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下次避免或优化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206240"/>
            <a:ext cx="822960" cy="82296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3736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377440" y="4206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该杜绝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22960" y="5074920"/>
            <a:ext cx="731520" cy="36576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166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判定：这个动作带来了不可逆的损失/伤害/违规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532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写成错题本，下次直接跳过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402336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980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138160" y="4206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可重建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583680" y="5074920"/>
            <a:ext cx="73152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5166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判定：这个动作有 2 种以上实现方式，当前不是最优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5532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用新方法替换，下次跑新流程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3-4 步 · 迭代 + 提炼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AI 给什么你接受什么 — 你主动优化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第 3 步：拿到流程，迭代优化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会给你整个流程。你拿到后，继续告诉它：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5029200" cy="914400"/>
          </a:xfrm>
          <a:prstGeom prst="rect">
            <a:avLst/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91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「这个地方可以这么改，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那个地方可以这么改。」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主动优化，不要照单全收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改后让 AI 再跑一遍验证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迭代到满意为止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📇 第 4 步：提炼成可复用方法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606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复盘完成后，把核心方法提炼成一张知识卡片：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246120"/>
            <a:ext cx="5029200" cy="914400"/>
          </a:xfrm>
          <a:prstGeom prst="rect">
            <a:avLst/>
          </a:prstGeom>
          <a:solidFill>
            <a:srgbClr val="1A241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291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一句话方法 + 使用场景 + 边界条件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709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可迁移到其他场景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加入复用率追踪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下次默认调用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 ≠ 复述 → 是把过程变成下次闭眼能跑的方法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类复盘判定标准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每类都有 3 条铁律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1828800" cy="5486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💪 做得好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省了时间/避了坑/拿了结果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有数据/事实支撑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20116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下次默认执行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08960"/>
            <a:ext cx="1828800" cy="5486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做得不好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花了不该花的时间/没拿到应有结果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有数据/事实支撑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31089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下次避免/优化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206240"/>
            <a:ext cx="1828800" cy="54864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🚫 该杜绝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带来不可逆的损失/伤害/违规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明确的红线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42062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下次直接跳过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303520"/>
            <a:ext cx="1828800" cy="54864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303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可重建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0" y="5212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有 2 种以上实现方式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5577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当前不是最优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53035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用新方法替换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没有事实支撑的复盘 = 凭感觉 = 不可迁移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复制即用 Prompt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触发词 + 完整 Prompt 模板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触发词（任选其一）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/AI复盘   |   帮我复盘一下   |   复盘这件事   |   做完这件事帮我复盘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1064240" cy="3291840"/>
          </a:xfrm>
          <a:prstGeom prst="roundRect">
            <a:avLst>
              <a:gd name="adj" fmla="val 2778"/>
            </a:avLst>
          </a:prstGeom>
          <a:solidFill>
            <a:srgbClr val="0E1A0E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926080"/>
            <a:ext cx="1106424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复盘模板 · 完整 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你是一个 AI 复盘教练。请按《AI 复盘模板》对我刚完成的任务进行复盘。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任务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&lt;任务描述&gt;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完成状态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&lt;完成/部分完成/失败&gt;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关键记录（事前记录）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&lt;AI 之前记录的关键环节和步骤&gt;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请按以下格式输出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任务概述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任务：&lt;任务描述&gt;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完成状态：&lt;完成/部分完成/失败&gt;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关键流程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&lt;从关键记录中提取整个流程步骤&gt;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四类复盘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做得好：[具体点，每点都要有事实支撑]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做得不好：[具体点，每点都要有事实支撑]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该杜绝：[具体点，不能含糊]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可重建：[具体点，要有更好的方案]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可复用方法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&lt;一句话方法，必须可迁移到其他场景&gt;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复用率建议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这个方法是否值得复用？[是/否]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如果否，&lt;任务&gt; 以后是否还要做？[做/不做]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琪萌复盘实战：70+ 条撞墙期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学员社群内实战 · 从 500 播放到 1000+ 稳定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任务概述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任务：母婴店主转型做短视频账号  |  完成状态：部分完成（早期 500 播放 → 后期 1000+ 稳定）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关键流程：选题（每天想 3 小时）→ 拍摄 → 发布 → 数据观察 → 心态管理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91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💪 做得好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54864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947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坚持每天记录  |  • 选题真实（母婴店主日常）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32004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291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做得不好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370332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7947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每天想选题 3 小时  |  • 数据差时心态崩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54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🚫 该杜绝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166360"/>
            <a:ext cx="548640" cy="36576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「今天分享…」开头  |  • 反复换方向/赛道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6634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754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可重建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5166360"/>
            <a:ext cx="54864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选题流程：扒评论+映射  |  • 开头钩子：具体数字反常识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琪萌提炼的可复用方法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从撞墙到稳定的方法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做短视频不是「想」出来的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是「从评论区 + 知识库映射」出来的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3108960"/>
            <a:ext cx="30175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 = 评论扒 + 知识库对应 + 改开头钩子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复用率建议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这个方法是否值得复用？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5303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这个任务以后还要做吗？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5303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做（但流程已优化）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8-11：单条 1695（冲 5000）| 8-14：稳定 1000+ | 成交 6000+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复盘层级（按任务规模选）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个层级 — 不同任务用不同复盘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2377440" cy="914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微复盘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5-10 分钟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3520440"/>
            <a:ext cx="914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📇 1-2 句话方法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1 个小任务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（写一条文案）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82880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2011680"/>
            <a:ext cx="2377440" cy="9144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标准复盘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30-60 分钟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352044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📇 4 类复盘 + 1 张知识卡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4206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1 个完整任务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（拍 5 条视频）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011680"/>
            <a:ext cx="237744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深度复盘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2-4 小时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352044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📇 全流程 + 5+ 张知识卡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4206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1 个项目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（30 天挑战）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26880" y="182880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2011680"/>
            <a:ext cx="2377440" cy="91440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系统反思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268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数天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241280" y="3520440"/>
            <a:ext cx="91440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📇 整体方向调整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509760" y="42062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整个赛道/人生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（用「反思」Skill）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 Skill 适用于前 3 个层级 · 系统反思用「反思」Skill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天复盘习惯养成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从「试试」到「必做」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2743200"/>
            <a:ext cx="1828800" cy="10972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找任务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列清单 → 选 3 个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跑前 3 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3108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74720" y="201168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31920" y="2743200"/>
            <a:ext cx="1828800" cy="10972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跑复盘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4023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3 个任务的第 4 步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加入复用率追踪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3108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0" y="2743200"/>
            <a:ext cx="1828800" cy="10972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变习惯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4023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 1 个小复盘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（任务完成当天就做）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89720" y="3108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326880" y="201168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784080" y="2743200"/>
            <a:ext cx="1828800" cy="109728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0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评效果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09760" y="4023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 30 天记录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形成方法论库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4864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30 天后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个深度复盘 + 21 个小复盘 + 5-10 张可复用方法卡 + 焦虑感下降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做事 → 沉淀 → 复用 闭环跑通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出问题后恢复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种常见失败 + 恢复方式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失败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874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没记录关键环节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（跳过第 1 步）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9659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恢复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0" y="1874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先描述你记得的关键步骤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再让 AI 复盘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失败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971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复盘只复述过程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没提炼方法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3063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恢复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2971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追问「请提炼成一句话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可复用方法」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失败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4069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四类复盘空泛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无支撑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41605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恢复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40690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追问「这点的数据/事实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支撑是什么？」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失败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5166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可复用方法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不可迁移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5257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583680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恢复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5166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追问「这个方法可以用在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什么其他场景？」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复盘有失败模式，但都有恢复方式 — 不要放弃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红灯边界（硬门禁）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这些做了 = 复盘失败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80160" y="1920240"/>
            <a:ext cx="73152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跳过第 1 步直接复盘 — 没有记录的复盘 = 凭印象 = 不可靠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80160" y="2514600"/>
            <a:ext cx="73152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423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复盘只复述过程不提炼方法 — 「复盘」不是「回忆」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80160" y="3108960"/>
            <a:ext cx="73152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四类复盘写空话 — '做得不够好'不是复盘，要数据/事实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80160" y="3703320"/>
            <a:ext cx="73152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该杜绝含糊 — 红线要明确：'以后不再做什么'必须具体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80160" y="4297680"/>
            <a:ext cx="73152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可复用方法不可迁移 — 写出可迁移到其他场景的方法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80160" y="4892040"/>
            <a:ext cx="73152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4800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还没开始做事就跑来复盘 — 先做事再复盘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80160" y="5486400"/>
            <a:ext cx="73152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5394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一次性事件的复盘 — 不可复现的任务 = 复盘无意义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复盘是为了找问题，不是找安慰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今天就找一个已完成的任务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跑一遍 4 步流程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做事前 AI 记录  →  ② 做完后 AI 复盘  →  ③ 拿到流程迭代  →  ④ 提炼为知识卡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如果做了一件事没有沉淀成方法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这件事以后就别做了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F0F5EC"/>
                </a:solidFill>
              </a:rPr>
              <a:t>📞 找到我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97BC62"/>
                </a:solidFill>
              </a:rPr>
              <a:t>视频号「周盛说」· 一人公司第 X 天 · 新人训练营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</a:rPr>
              <a:t>每周直播答疑 + 远程搭建 + 远程调 Skill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FFC832"/>
                </a:solidFill>
              </a:rPr>
              <a:t>👇  扫 / 戳 / 搜  「周盛说」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AI复盘模板 SOP · 做事→沉淀→复用 · 周盛讲师版</dc:title>
  <dc:subject>PptxGenJS Presentation</dc:subject>
  <dc:creator>周盛 / 视频号「周盛说」</dc:creator>
  <cp:lastModifiedBy>周盛 / 视频号「周盛说」</cp:lastModifiedBy>
  <cp:revision>1</cp:revision>
  <dcterms:created xsi:type="dcterms:W3CDTF">2026-09-04T03:54:12Z</dcterms:created>
  <dcterms:modified xsi:type="dcterms:W3CDTF">2026-09-04T03:54:12Z</dcterms:modified>
</cp:coreProperties>
</file>