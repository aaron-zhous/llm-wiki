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0" y="45720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知识库搭建 SOP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0" y="2240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动态流水线，而非静态图书馆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入口触发 → 验证加工 → 认知演进 · 三环迭代 + PARA 12 目录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视频号「周盛说」 · 一人公司第 X 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5394960"/>
            <a:ext cx="3749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5394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工具链 · 入口规则 · 创作管线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你的系统本质上是「动态流水线」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而非「静态图书馆」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82296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工具选型：WorkBuddy + Hermes + Codex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822960" cy="12801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 骨架：12 个目录各司其职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822960" cy="1280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入口规则：灵感库的入盒 / 出盒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337560"/>
            <a:ext cx="822960" cy="128016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3375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三环迭代：灵感 → 加工 → 输出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822960" cy="12801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463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55448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创作管线：7 刀切割 + 8 条规则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5B8D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846320"/>
            <a:ext cx="822960" cy="12801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8463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23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管理规则 + 30 天落地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第一步：装 WorkBuddy · 腾讯 AI 办公工作台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免部署 · 9月30日前新用户送 2000 积分 · 上手首选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下载注册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606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workbuddy.cn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下载客户端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用邀请链接注册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（9.30 前送 2000 积分）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031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授权文件夹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2606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它能读你授权的文件夹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「技能」功能：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把提示词发给它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存成技能 · 一句话调用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137160" cy="21945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小注：同类别的还有这些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663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QoderWork CN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qoder.com.cn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代码友好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4663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www.workbuddy.cn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上手首选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663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QClaw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qclaw.qq.com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熟悉之后 · 切到更强的 Agent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是起点，Agent 是终点 · 推荐理由：每天还送积分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11680"/>
            <a:ext cx="21488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上手起点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3291840"/>
            <a:ext cx="8686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积分赠送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80360" y="2011680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011680"/>
            <a:ext cx="21488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/ 自动化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3291840"/>
            <a:ext cx="8686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212080" y="2011680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011680"/>
            <a:ext cx="21488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/ 长流程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3291840"/>
            <a:ext cx="8686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国内系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33488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543800" y="2011680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2011680"/>
            <a:ext cx="2148840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3524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83880" y="3291840"/>
            <a:ext cx="8686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65208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875520" y="2011680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2011680"/>
            <a:ext cx="214884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Agent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6696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轻量协作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515600" y="3291840"/>
            <a:ext cx="86868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WorkBuddy 的主要原因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到目前为止，每天还有积分送。够你上手一段时间。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熟悉了以后，可以再换更强的 Agent（Codex / Hermes / Claude Code / Pi Agent）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 骨架 · 12 个目录各司其职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系统的骨架 — 信息按状态分层存放 · 解决「信息各司其职」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269748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[核心战场]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15468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动态战场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新想法 / 洞见卡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创作素材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828800"/>
            <a:ext cx="26974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[任务态]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3154680"/>
            <a:ext cx="17830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任务态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有明确截止日期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的具体项目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828800"/>
            <a:ext cx="269748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[责任态]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154680"/>
            <a:ext cx="17830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责任态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长期关注 / 持续维护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（如知识周转系统）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9720" y="1828800"/>
            <a:ext cx="2697480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8972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[资料库]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46920" y="3154680"/>
            <a:ext cx="17830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 / Canvas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工具集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24302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其他必备目录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Archive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已完结内容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Skills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3172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思维模型 / SOP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Prompt 模板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620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Attachments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8620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 / 图片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9496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Books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4068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书籍笔记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Clippings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网页剪藏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964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4964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笔记模板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058400" y="48463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A2419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0412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vault-scripts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104120" y="52578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自动化工具集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rss_tool.py / search.py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灵感库入口规则 · 这个目录是什么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 = 灵感触发后，还没想透、还没验证的笔记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不是这些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4545"/>
                </a:solidFill>
              </a:rPr>
              <a:t>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4545"/>
                </a:solidFill>
              </a:rPr>
              <a:t>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4545"/>
                </a:solidFill>
              </a:rPr>
              <a:t>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「有用的东西先存着」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4545"/>
                </a:solidFill>
              </a:rPr>
              <a:t>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「以后可能用得上」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是这条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让你不舒服的那个问题。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入盒规则：进这个库的笔记，必须满足至少一条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这个观点我不认同，我要说出来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846320"/>
            <a:ext cx="64008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这个东西我以为懂了，但讲不清楚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623560"/>
            <a:ext cx="64008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56235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这个现象让我困惑，没有简单解释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562356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5623560"/>
            <a:ext cx="64008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56235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这个旧认知最近被动摇了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出盒规则 · 门禁四问（两周内必须完成）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提炼进 Skills 加工管线 / 没通过 → 删掉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1097280" cy="1828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097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秒说出反例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7360" y="2468880"/>
            <a:ext cx="4023360" cy="182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可证伪测试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我能在 10 秒内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说出这个观点的反例吗？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28800"/>
            <a:ext cx="1097280" cy="18288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28800"/>
            <a:ext cx="1097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同时解释 A 和 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2468880"/>
            <a:ext cx="4023360" cy="1828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穿透力测试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880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它能同时解释两个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不相干的现象吗？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31920"/>
            <a:ext cx="1097280" cy="18288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1097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73736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讲给聪明人听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737360" y="4572000"/>
            <a:ext cx="4023360" cy="18288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最强反方测试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4983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对方会质疑哪里？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（最强反方视角）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93192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931920"/>
            <a:ext cx="1097280" cy="18288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931920"/>
            <a:ext cx="1097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这次新在哪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406640" y="4572000"/>
            <a:ext cx="4023360" cy="18288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迭代检查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4983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我之前讲过类似的吗？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这次新在哪？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通过 → 提炼进 Skills 加工管线 → 输出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6126480"/>
            <a:ext cx="5486400" cy="27432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没通过 → 删掉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核心驱动引擎：三环迭代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系统的生命力 · 解决「信息如何转化为认知」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370332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入口触发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灵感库入金</a:t>
            </a:r>
            <a:endParaRPr lang="en-US" sz="15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（灵感 / RSS / Flomo）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37360" y="4343400"/>
            <a:ext cx="13258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348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[触发三问]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32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434840" y="192024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920240"/>
            <a:ext cx="3703320" cy="731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92024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验证加工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流水线</a:t>
            </a:r>
            <a:endParaRPr lang="en-US" sz="15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（验证 / 加工 / 锋卡）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23560" y="4343400"/>
            <a:ext cx="13258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44348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[门禁四问]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32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321040" y="1920240"/>
            <a:ext cx="370332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920240"/>
            <a:ext cx="3703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92024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认知演进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9536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内容输出</a:t>
            </a:r>
            <a:endParaRPr lang="en-US" sz="15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（发布 / 迭代）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509760" y="434340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4348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[认知迭代线]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C832">
              <a:alpha val="30000"/>
            </a:srgbClr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反馈闭环：认知升级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认知演进的输出，会回灌到 ① 入口触发 · 形成认知升级闭环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创作管线：灵感 → 挖矿 → 输出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灵感库笔记 → 灵感引擎 → 挖矿 → 你决定输出形式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5394960" cy="7315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灵感引擎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把灵感库笔记丢给 AI · 执行 7 刀切割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悖论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320040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320040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笨拙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241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937760"/>
            <a:ext cx="484632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通过标准：至少一刀让你觉得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“这个角度我没想过”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828800"/>
            <a:ext cx="5394960" cy="731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8288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挖矿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17920" y="2697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Step 1 产出再丢给 AI · 执行 8 条规则提炼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246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条规则提炼 · 完整提示词见本文「挖矿」Skill 一节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3840480"/>
            <a:ext cx="484632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931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4206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读完后你能直接讲出来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不卡壳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936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完整提示词见本文「挖矿」Skill 一节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· 你决定输出形式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种输出形式 · 根据场景选 · 不是模板填空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429000"/>
            <a:ext cx="17830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+ 情绪节奏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📰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2900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 (小报童)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86200" y="342900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论点展开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900-1200 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短内容 (知识星球)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3429000"/>
            <a:ext cx="17830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300-400 字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轻量触达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8972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🎧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18972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净稿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6920" y="3429000"/>
            <a:ext cx="17830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35204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录音转写整理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禁忌 · 不要做这些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937760"/>
            <a:ext cx="365760" cy="36576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不要跳过 Step 1 直接挖矿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" y="5349240"/>
            <a:ext cx="365760" cy="36576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不要在挖矿阶段加入输出形式判断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2960" y="5760720"/>
            <a:ext cx="365760" cy="36576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60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不要追求「全面」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管理规则 · 库里干净 = 脑子干净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不是越多越好 · 是越精越好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0332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🚫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两周没处理 = 直接删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737360" y="3429000"/>
            <a:ext cx="1325880" cy="27432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超过两周没处理的笔记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直接删，不可惜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70332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0116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📅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每周日浏览一次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23560" y="3429000"/>
            <a:ext cx="13258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520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定期（每周日）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浏览一次灵感库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清一轮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70332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116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21040" y="29260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库净 = 脑净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09760" y="342900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520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库里干净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脑子干净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为什么不是越多越好？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灵感库的容量是有限的。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你不清理的笔记 = 你脑子里的「未完成事项」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未完成事项 = 隐性焦虑 · 处理掉或删掉 = 释放认知带宽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琪萌的灵感库实践 · 每天写点什么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把每天做的事拍出来 · 灵感库的活水源头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3703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写点什么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每天反思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遇到的问题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学员沟通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828800"/>
            <a:ext cx="3703320" cy="731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8288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拍点什么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8346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每天选题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生成短视频文案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（开篇钩子 / 情绪积累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 / 高潮 / 收尾）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828800"/>
            <a:ext cx="3703320" cy="73152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288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28346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视频数据复盘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产品方向决策</a:t>
            </a:r>
            <a:endParaRPr lang="en-US" sz="14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学员沟通方法论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金句：做自媒体就是把每天做的事拍出来。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天落地计划 · 搭起你的知识库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从装工具 → 搭骨架 → 入盒 → 出盒 → 跑通三环迭代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装工具 + 建骨架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63040" y="3246120"/>
            <a:ext cx="8686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装 WorkBuddy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建 12 个 PARA 目录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建灵感库 + index.md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91640"/>
            <a:ext cx="269748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入盒训练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43400" y="3246120"/>
            <a:ext cx="8686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每天记 3 条灵感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用入盒 4 条过滤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严禁「有用的先存着」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269748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出盒训练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23760" y="3246120"/>
            <a:ext cx="8686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每周日清一轮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两周没动 = 删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跑门禁四问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169164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691640"/>
            <a:ext cx="269748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972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三环跑通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104120" y="3246120"/>
            <a:ext cx="86868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3832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写一条 → 7 刀切割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挖矿 8 条提炼</a:t>
            </a:r>
            <a:endParaRPr lang="en-US" sz="12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输出一种形式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核心资产不是笔记数量 — 是你「能跑通的认知闭环」。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自检清单 + 红灯边界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搭完之后用这两个清单自测 · 红线碰了就停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自检清单 · 6 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装好了 WorkBuddy + 授权文件夹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PARA 目录已建好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 index.md 能直接讲出 3 条规则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过去一周记了 ≥ 10 条灵感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0060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过去一周清掉了 ≥ 5 条两周未处理笔记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39496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跑过一次 7 刀切割 + 8 条规则挖矿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691640"/>
            <a:ext cx="5486400" cy="54864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691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红灯边界 · 5 条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92240" y="2423160"/>
            <a:ext cx="320040" cy="320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 = 收藏夹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3017520"/>
            <a:ext cx="320040" cy="320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「有用的东西先存着」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3611880"/>
            <a:ext cx="320040" cy="320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跳过灵感引擎直接挖矿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4206240"/>
            <a:ext cx="320040" cy="320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两周没处理也不删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4800600"/>
            <a:ext cx="320040" cy="320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挖矿时加输出形式判断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总结金句墙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7280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你的系统本质上是动态流水线，而非静态图书馆。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19456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2 · 三环迭代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灵感库 = 让你不舒服的那个问题。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219456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3 · index.md 核心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WorkBuddy 的主要原因 — 到目前为止，每天还有积分送。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374904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1 · 安装步骤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6656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提炼进 Skills 加工管线 / 没通过 → 删掉。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74904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3 · 出盒规则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097280" y="4526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执行过程即素材 — 不为了选题而选题。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97280" y="530352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4 · 创作流程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766560" y="4526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库里干净 = 脑子干净。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66560" y="530352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图 3 · 管理规则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今天就装上 WorkBuddy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建起你的 12 个 PARA 目录，灵感库开始入金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20040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200400"/>
            <a:ext cx="118872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上手 · Codex / Hermes 升级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749040"/>
            <a:ext cx="118872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749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PARA 目录 · index.md 写好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29768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4297680"/>
            <a:ext cx="118872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入盒 4 条 🔴 / 出盒门禁四问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484632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846320"/>
            <a:ext cx="118872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846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4846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 → 加工 → 输出 · 闭环跑起来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关注「周盛说」视频号 · 看我怎么实现一人公司业务闭环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评论区留言「知识库」拿今天课件 + PARA 模板 + 灵感库入口规则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Obsidian 知识库搭建 SOP</dc:title>
  <dc:subject>PptxGenJS Presentation</dc:subject>
  <dc:creator>PptxGenJS</dc:creator>
  <cp:lastModifiedBy>PptxGenJS</cp:lastModifiedBy>
  <cp:revision>1</cp:revision>
  <dcterms:created xsi:type="dcterms:W3CDTF">2026-10-07T13:05:09Z</dcterms:created>
  <dcterms:modified xsi:type="dcterms:W3CDTF">2026-10-07T13:05:09Z</dcterms:modified>
</cp:coreProperties>
</file>