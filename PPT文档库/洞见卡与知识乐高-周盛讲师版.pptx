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2C5F2D">
              <a:alpha val="30000"/>
            </a:srgbClr>
          </a:solidFill>
          <a:ln w="12700">
            <a:solidFill>
              <a:srgbClr val="2C5F2D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FFC832">
              <a:alpha val="20000"/>
            </a:srgbClr>
          </a:solidFill>
          <a:ln w="12700">
            <a:solidFill>
              <a:srgbClr val="FFC832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洞见卡 × 知识乐高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从「懂了」到「做到」的看板工作流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0" y="3383280"/>
            <a:ext cx="21031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讲师：周盛 · 视频号「周盛说」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一人公司第 X 天  ·  学员训练营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知识卡片锻造 v4  ×  琪萌教练案例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做知识的人，最大撞墙是这 3 个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你以为学完了，其实没开始用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📚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学了记不住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20240" y="4251960"/>
            <a:ext cx="91440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4348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100 篇文章</a:t>
            </a:r>
            <a:endParaRPr lang="en-US" sz="14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回头一片空白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173736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1031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💡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480560" y="3657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懂但不会用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852160" y="4251960"/>
            <a:ext cx="914400" cy="36576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44348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每个概念都听过</a:t>
            </a:r>
            <a:endParaRPr lang="en-US" sz="14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用时调不出来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73736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1031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🧱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412480" y="3657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复用不起来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84080" y="4251960"/>
            <a:ext cx="914400" cy="36576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44348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今天的内容</a:t>
            </a:r>
            <a:endParaRPr lang="en-US" sz="14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明天还要重新拼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今天讲透 3 件事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从一张卡到一个看板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洞见卡工作法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要素 + 4 铁律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20240" y="4069080"/>
            <a:ext cx="91440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519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一张卡讲透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一件事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51960" y="3840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32"/>
                </a:solidFill>
              </a:rPr>
              <a:t>→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48056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48056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知识乐高看板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48056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一次做对流程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52160" y="4069080"/>
            <a:ext cx="91440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42519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每张卡都能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被复用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83880" y="3840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32"/>
                </a:solidFill>
              </a:rPr>
              <a:t>→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841248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841248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 + 落地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1248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琪萌案例 + 30 天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784080" y="4069080"/>
            <a:ext cx="914400" cy="27432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42519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今天就能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洞见卡的 4 要素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697480" cy="41148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965960"/>
            <a:ext cx="777240" cy="77724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965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一句话要点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63040" y="3977640"/>
            <a:ext cx="8686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1148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用一句话讲清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这张卡解决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什么问题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5303520"/>
            <a:ext cx="2331720" cy="320040"/>
          </a:xfrm>
          <a:prstGeom prst="rect">
            <a:avLst/>
          </a:prstGeom>
          <a:solidFill>
            <a:srgbClr val="FFC832">
              <a:alpha val="30000"/>
            </a:srgbClr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303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第一性原理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1691640"/>
            <a:ext cx="2697480" cy="41148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965960"/>
            <a:ext cx="777240" cy="7772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965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429000" y="27889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429000" y="3474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背后机理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43400" y="3977640"/>
            <a:ext cx="86868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41148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为什么成立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因果链是什么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逻辑怎么走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11880" y="5303520"/>
            <a:ext cx="2331720" cy="320040"/>
          </a:xfrm>
          <a:prstGeom prst="rect">
            <a:avLst/>
          </a:prstGeom>
          <a:solidFill>
            <a:srgbClr val="97BC62">
              <a:alpha val="3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5303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因果链条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1691640"/>
            <a:ext cx="2697480" cy="41148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69480" y="1965960"/>
            <a:ext cx="777240" cy="777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965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309360" y="27889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👣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309360" y="3474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可执行方法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223760" y="3977640"/>
            <a:ext cx="86868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1148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第1/2/3步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写得清晰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照着能跑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92240" y="5303520"/>
            <a:ext cx="2331720" cy="320040"/>
          </a:xfrm>
          <a:prstGeom prst="rect">
            <a:avLst/>
          </a:prstGeom>
          <a:solidFill>
            <a:srgbClr val="2C5F2D">
              <a:alpha val="30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5303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最小行动路径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89720" y="1691640"/>
            <a:ext cx="2697480" cy="41148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49840" y="1965960"/>
            <a:ext cx="777240" cy="777240"/>
          </a:xfrm>
          <a:prstGeom prst="ellipse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49840" y="1965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9189720" y="27889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🚧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9189720" y="3474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104120" y="3977640"/>
            <a:ext cx="868680" cy="27432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26880" y="41148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千万别用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前提是什么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372600" y="5303520"/>
            <a:ext cx="2331720" cy="320040"/>
          </a:xfrm>
          <a:prstGeom prst="rect">
            <a:avLst/>
          </a:prstGeom>
          <a:solidFill>
            <a:srgbClr val="C44545">
              <a:alpha val="3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72600" y="5303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常见负位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为什么懂了却做不出来？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三个原因 — 知道它，问题解一半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822960" cy="822960"/>
          </a:xfrm>
          <a:prstGeom prst="ellipse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粉末 vs 积木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920240" y="3657600"/>
            <a:ext cx="914400" cy="27432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947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学到孤立概念 无法直接调用 像木屑搭不起房子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169164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E085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965960"/>
            <a:ext cx="822960" cy="822960"/>
          </a:xfrm>
          <a:prstGeom prst="ellipse">
            <a:avLst/>
          </a:prstGeom>
          <a:solidFill>
            <a:srgbClr val="E08585"/>
          </a:solidFill>
          <a:ln w="12700">
            <a:solidFill>
              <a:srgbClr val="E085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480560" y="3063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vs 结晶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852160" y="3657600"/>
            <a:ext cx="914400" cy="27432"/>
          </a:xfrm>
          <a:prstGeom prst="rect">
            <a:avLst/>
          </a:prstGeom>
          <a:solidFill>
            <a:srgbClr val="E08585"/>
          </a:solidFill>
          <a:ln w="12700">
            <a:solidFill>
              <a:srgbClr val="E085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7947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停在划线笔记 觉得有道理 假完成感提前兑现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12480" y="169164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1965960"/>
            <a:ext cx="822960" cy="82296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412480" y="3063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 vs 调用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784080" y="3657600"/>
            <a:ext cx="914400" cy="27432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37947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用时费力搜碎片 不是直接调取完整模块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解药一句话：别记笔记 记函数 — 可运行+可留存+可调用+可组合。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铁律：一张卡能不能用的门禁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697480" cy="429768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269748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铁律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原子性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463040" y="2926080"/>
            <a:ext cx="86868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089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一张卡只讲一件事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不通过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663440"/>
            <a:ext cx="2331720" cy="91440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709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销售+管理+招聘（3 件事）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1554480"/>
            <a:ext cx="2697480" cy="429768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1554480"/>
            <a:ext cx="2697480" cy="54864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554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铁律 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29000" y="23317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可行动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343400" y="2926080"/>
            <a:ext cx="8686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31089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读完能直接指导行为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11880" y="4251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不通过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11880" y="4663440"/>
            <a:ext cx="2331720" cy="91440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4709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销售要用心（无法行动）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1554480"/>
            <a:ext cx="2697480" cy="429768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554480"/>
            <a:ext cx="2697480" cy="54864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554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铁律 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09360" y="23317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可证伪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223760" y="2926080"/>
            <a:ext cx="868680" cy="27432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1089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红灯描述清楚失效场景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4251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不通过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4663440"/>
            <a:ext cx="2331720" cy="91440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709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红灯只写看情况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89720" y="1554480"/>
            <a:ext cx="2697480" cy="429768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89720" y="1554480"/>
            <a:ext cx="2697480" cy="54864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9720" y="1554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铁律 4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189720" y="23317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诚实性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10104120" y="2926080"/>
            <a:ext cx="868680" cy="27432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72600" y="31089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绿灯来自真实经历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372600" y="4251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不通过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372600" y="4663440"/>
            <a:ext cx="2331720" cy="91440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64040" y="4709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绿灯写任何场景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少于 4 铁律全过 → 重新锻造。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分钟工作法：每天一张卡片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节奏只有四个字 — 每天都做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97480" cy="402336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965960"/>
            <a:ext cx="777240" cy="777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965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挑材料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188720" y="3383280"/>
            <a:ext cx="1417320" cy="365760"/>
          </a:xfrm>
          <a:prstGeom prst="rect">
            <a:avLst/>
          </a:prstGeom>
          <a:solidFill>
            <a:srgbClr val="2C5F2D">
              <a:alpha val="30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3832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选你遇到的问题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或触动你的一句话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2402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429000" y="1691640"/>
            <a:ext cx="2697480" cy="402336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1965960"/>
            <a:ext cx="777240" cy="7772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1965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429000" y="2880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扩展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069080" y="3383280"/>
            <a:ext cx="1417320" cy="365760"/>
          </a:xfrm>
          <a:prstGeom prst="rect">
            <a:avLst/>
          </a:prstGeom>
          <a:solidFill>
            <a:srgbClr val="97BC62">
              <a:alpha val="3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33832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分钟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11880" y="39319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多角度看 / 对比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反向思考 — 打开视角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2402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309360" y="1691640"/>
            <a:ext cx="2697480" cy="402336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9480" y="1965960"/>
            <a:ext cx="777240" cy="77724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1965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309360" y="2880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提炼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949440" y="3383280"/>
            <a:ext cx="1417320" cy="365760"/>
          </a:xfrm>
          <a:prstGeom prst="rect">
            <a:avLst/>
          </a:prstGeom>
          <a:solidFill>
            <a:srgbClr val="FFC832">
              <a:alpha val="30000"/>
            </a:srgbClr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33832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分钟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39319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压成 4 要素初稿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一句话+机理+步骤+边界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52560" y="22402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</a:rPr>
              <a:t>→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189720" y="1691640"/>
            <a:ext cx="2697480" cy="402336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49840" y="1965960"/>
            <a:ext cx="777240" cy="77724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49840" y="1965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9189720" y="2880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你判断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829800" y="3383280"/>
            <a:ext cx="1417320" cy="365760"/>
          </a:xfrm>
          <a:prstGeom prst="rect">
            <a:avLst/>
          </a:prstGeom>
          <a:solidFill>
            <a:srgbClr val="D4A845">
              <a:alpha val="30000"/>
            </a:srgbClr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29800" y="33832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372600" y="39319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删没用的 补细节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决定是否保存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不要贪多 — 重要的是每天都完成一轮。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知识乐高：每张卡是现成的积木块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同样组装一栋房子 — 别人 1-2 小时，我 1-2 分钟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别人拍短视频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371600" y="2606040"/>
            <a:ext cx="3657600" cy="36576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得先去组装 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案例是什么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背后逻辑是什么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可以用在什么地方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4572000"/>
            <a:ext cx="3657600" cy="36576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754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每次都从零拼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拿起来拍不了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182880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9202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我拍短视频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949440" y="2606040"/>
            <a:ext cx="36576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7432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脑子里就是一张现成的洞见卡 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3337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床是现成的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窗户是现成的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4069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门是现成的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49440" y="4572000"/>
            <a:ext cx="36576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4754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拿过来直接装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1792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拿起来就能拍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你的单位是「洞见卡」，不是一个概念。碎片提取 vs 成块提取 — 完全两种效率。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一次做对流程：4 步把卡片变内容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原卡 100% 投入 → 衍生品每个 20% 投入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FFC832">
              <a:alpha val="50000"/>
            </a:srgbClr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💎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投入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洞见卡锻造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182880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965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🎬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65760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 投入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</a:rPr>
              <a:t>←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0" y="182880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965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📰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6928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 投入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</a:rPr>
              <a:t>←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80960" y="182880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1965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68096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社群话题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 投入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</a:rPr>
              <a:t>←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92640" y="182880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1965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969264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课程/书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9264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 投入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1832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</a:rPr>
              <a:t>←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48640" y="4114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243029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步流程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4617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锻造 1 张原卡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463040" y="5074920"/>
            <a:ext cx="128016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166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29000" y="46634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→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566160" y="4617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提炼 1 个核心洞见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206240" y="5074920"/>
            <a:ext cx="128016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5166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72200" y="46634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→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309360" y="4617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套 4 个不同载体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949440" y="5074920"/>
            <a:ext cx="128016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5166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915400" y="46634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→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052560" y="4617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复盘哪种爆了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692640" y="5074920"/>
            <a:ext cx="128016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52560" y="5166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分钟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一张洞见卡 = 4 条视频 + 1 篇深度文章 + 1 个专栏 + 1 个课程模块 + 1 本书。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知识乐高 vs 笔记 — 单元不同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碎片提取 vs 成块提取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86400" cy="4206240"/>
          </a:xfrm>
          <a:prstGeom prst="roundRect">
            <a:avLst>
              <a:gd name="adj" fmla="val 3261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传统笔记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4937760" cy="914400"/>
          </a:xfrm>
          <a:prstGeom prst="rect">
            <a:avLst/>
          </a:prstGeom>
          <a:solidFill>
            <a:srgbClr val="C44545">
              <a:alpha val="15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51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沉没成本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26517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提取的是名词解释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一句话讲完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657600"/>
            <a:ext cx="4937760" cy="914400"/>
          </a:xfrm>
          <a:prstGeom prst="rect">
            <a:avLst/>
          </a:prstGeom>
          <a:solidFill>
            <a:srgbClr val="C44545">
              <a:alpha val="15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49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边际效用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3749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提取的是经济学概念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用的时候不知道场景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754880"/>
            <a:ext cx="4937760" cy="914400"/>
          </a:xfrm>
          <a:prstGeom prst="rect">
            <a:avLst/>
          </a:prstGeom>
          <a:solidFill>
            <a:srgbClr val="C44545">
              <a:alpha val="15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8463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复利效应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48463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提取的是比喻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没有可执行步骤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737360"/>
            <a:ext cx="5486400" cy="4206240"/>
          </a:xfrm>
          <a:prstGeom prst="roundRect">
            <a:avLst>
              <a:gd name="adj" fmla="val 3261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知识乐高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00800" y="2560320"/>
            <a:ext cx="4937760" cy="914400"/>
          </a:xfrm>
          <a:prstGeom prst="rect">
            <a:avLst/>
          </a:prstGeom>
          <a:solidFill>
            <a:srgbClr val="97BC62">
              <a:alpha val="25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6517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接住 ≠ 卖货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0" y="2651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提取的是完整方法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 + 回应 + 转化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3657600"/>
            <a:ext cx="4937760" cy="914400"/>
          </a:xfrm>
          <a:prstGeom prst="rect">
            <a:avLst/>
          </a:prstGeom>
          <a:solidFill>
            <a:srgbClr val="97BC62">
              <a:alpha val="25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749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听了 ≠ 用了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0" y="37490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提取的是撞墙点 + 步骤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学员原话 + 你怎么做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4754880"/>
            <a:ext cx="4937760" cy="914400"/>
          </a:xfrm>
          <a:prstGeom prst="rect">
            <a:avLst/>
          </a:prstGeom>
          <a:solidFill>
            <a:srgbClr val="97BC62">
              <a:alpha val="25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8463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底色 + 本色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0" y="48463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提取的是自检表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世界观众 + 经历 + 专业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你的单位是「洞见卡」 — 不是金句，不是摘抄，不是术语解释。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琪萌案例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50292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一张「数据起色」卡 → 4 个内容产品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54480" y="2148840"/>
            <a:ext cx="1463040" cy="1463040"/>
          </a:xfrm>
          <a:prstGeom prst="ellipse">
            <a:avLst/>
          </a:prstGeom>
          <a:solidFill>
            <a:srgbClr val="D49A88">
              <a:alpha val="50000"/>
            </a:srgbClr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1488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KC-QIMENG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0811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数据起色的 4 原因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4206240"/>
            <a:ext cx="2560320" cy="27432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43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钩子优化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663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高客单成交 6000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983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实体店关注增加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303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小报童购买者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760720"/>
            <a:ext cx="3474720" cy="36576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760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 100%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7680" y="155448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1905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1737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29768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91440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30175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《1695 播放</a:t>
            </a:r>
            <a:endParaRPr lang="en-US" sz="10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我做对了什么》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1828800" cy="320040"/>
          </a:xfrm>
          <a:prstGeom prst="rect">
            <a:avLst/>
          </a:prstGeom>
          <a:solidFill>
            <a:srgbClr val="FFC832">
              <a:alpha val="30000"/>
            </a:srgbClr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 投入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2336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9A88"/>
                </a:solidFill>
              </a:rPr>
              <a:t>←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309360" y="155448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19050">
            <a:solidFill>
              <a:srgbClr val="FFC8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1737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📰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30936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766560" y="2926080"/>
            <a:ext cx="91440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0175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《稳定 1000+</a:t>
            </a:r>
            <a:endParaRPr lang="en-US" sz="10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 4 个真相》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3931920"/>
            <a:ext cx="1828800" cy="320040"/>
          </a:xfrm>
          <a:prstGeom prst="rect">
            <a:avLst/>
          </a:prstGeom>
          <a:solidFill>
            <a:srgbClr val="FFC832">
              <a:alpha val="30000"/>
            </a:srgbClr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 投入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9A88"/>
                </a:solidFill>
              </a:rPr>
              <a:t>←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321040" y="155448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19050">
            <a:solidFill>
              <a:srgbClr val="FFC8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1737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32104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778240" y="2926080"/>
            <a:ext cx="91440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30175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学员围观</a:t>
            </a:r>
            <a:endParaRPr lang="en-US" sz="10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复盘当天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21040" y="3931920"/>
            <a:ext cx="1828800" cy="320040"/>
          </a:xfrm>
          <a:prstGeom prst="rect">
            <a:avLst/>
          </a:prstGeom>
          <a:solidFill>
            <a:srgbClr val="FFC832">
              <a:alpha val="30000"/>
            </a:srgbClr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 投入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9A88"/>
                </a:solidFill>
              </a:rPr>
              <a:t>←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0332720" y="155448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19050">
            <a:solidFill>
              <a:srgbClr val="FFC8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332720" y="1737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1033272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0789920" y="2926080"/>
            <a:ext cx="91440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424160" y="30175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《数据复盘</a:t>
            </a:r>
            <a:endParaRPr lang="en-US" sz="10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SOP》模块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332720" y="3931920"/>
            <a:ext cx="1828800" cy="320040"/>
          </a:xfrm>
          <a:prstGeom prst="rect">
            <a:avLst/>
          </a:prstGeom>
          <a:solidFill>
            <a:srgbClr val="FFC832">
              <a:alpha val="30000"/>
            </a:srgbClr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33272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 投入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058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9A88"/>
                </a:solidFill>
              </a:rPr>
              <a:t>←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297680" y="4572000"/>
            <a:ext cx="7680960" cy="1554480"/>
          </a:xfrm>
          <a:prstGeom prst="roundRect">
            <a:avLst>
              <a:gd name="adj" fmla="val 5882"/>
            </a:avLst>
          </a:prstGeom>
          <a:solidFill>
            <a:srgbClr val="243029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7680" y="4663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琪萌的金句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297680" y="5029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变现是在做的过程中自然生长出来的，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4297680" y="5486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不是提前设计出来的。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4297680" y="5897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KC-QIMENG-20260811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琪萌案例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50292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琪姐的 8 张 L1 卡片 — 一张就够打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243029"/>
          </a:solidFill>
          <a:ln w="19050">
            <a:solidFill>
              <a:srgbClr val="D49A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269748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04-01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执行过程即素材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88720" y="2834640"/>
            <a:ext cx="141732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260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卡片即素材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155448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243029"/>
          </a:solidFill>
          <a:ln w="19050">
            <a:solidFill>
              <a:srgbClr val="D49A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554480"/>
            <a:ext cx="269748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5544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08-09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21488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学员沟通撞墙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69080" y="2834640"/>
            <a:ext cx="141732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9260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听≠会 做出来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55448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243029"/>
          </a:solidFill>
          <a:ln w="19050">
            <a:solidFill>
              <a:srgbClr val="D49A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554480"/>
            <a:ext cx="269748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5544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08-11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1488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数据起色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49440" y="2834640"/>
            <a:ext cx="141732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9260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钩子+变现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89720" y="155448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243029"/>
          </a:solidFill>
          <a:ln w="19050">
            <a:solidFill>
              <a:srgbClr val="D49A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9720" y="1554480"/>
            <a:ext cx="269748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15544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08-12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81160" y="21488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直播答疑首秀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829800" y="2834640"/>
            <a:ext cx="141732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9720" y="29260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3 类客户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93192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243029"/>
          </a:solidFill>
          <a:ln w="19050">
            <a:solidFill>
              <a:srgbClr val="D49A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931920"/>
            <a:ext cx="269748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9319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08-13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45262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看了≠用了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188720" y="5212080"/>
            <a:ext cx="141732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303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认知差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29000" y="393192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243029"/>
          </a:solidFill>
          <a:ln w="19050">
            <a:solidFill>
              <a:srgbClr val="D49A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29000" y="3931920"/>
            <a:ext cx="269748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39319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08-14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20440" y="45262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数据稳定 4 因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069080" y="5212080"/>
            <a:ext cx="141732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5303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公众号联动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09360" y="393192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243029"/>
          </a:solidFill>
          <a:ln w="19050">
            <a:solidFill>
              <a:srgbClr val="D49A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3931920"/>
            <a:ext cx="269748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39319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08-15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00800" y="45262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天挑战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949440" y="5212080"/>
            <a:ext cx="141732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5303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砍贵的入口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189720" y="393192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243029"/>
          </a:solidFill>
          <a:ln w="19050">
            <a:solidFill>
              <a:srgbClr val="D49A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89720" y="3931920"/>
            <a:ext cx="269748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89720" y="39319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08-16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281160" y="45262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今日任务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829800" y="5212080"/>
            <a:ext cx="141732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89720" y="5303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待补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每张卡 = 一条短视频 + 一段社群答疑 + 一节课程模块。琪萌的卡库就是她的内容工厂。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天行动清单：从今天开始造一张卡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琪萌节奏：30 天搭一个 300 人免费社群 / 30 天多赚 1 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97480" cy="41148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269748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建卡库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463040" y="3246120"/>
            <a:ext cx="86868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832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找 5 个撞墙案例</a:t>
            </a:r>
            <a:endParaRPr lang="en-US" sz="12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套 4 要素造 5 张 L1</a:t>
            </a:r>
            <a:endParaRPr lang="en-US" sz="12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用 4 铁律检验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1691640"/>
            <a:ext cx="2697480" cy="41148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691640"/>
            <a:ext cx="2697480" cy="5486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91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4688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 1 张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43400" y="3246120"/>
            <a:ext cx="86868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33832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启动 30 分钟工作法</a:t>
            </a:r>
            <a:endParaRPr lang="en-US" sz="12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AI 扩展 + AI 提炼</a:t>
            </a:r>
            <a:endParaRPr lang="en-US" sz="12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红灯绿灯标清楚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691640"/>
            <a:ext cx="2697480" cy="41148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691640"/>
            <a:ext cx="2697480" cy="54864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691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4688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跑衍生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223760" y="3246120"/>
            <a:ext cx="8686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3832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挑 3 张做短视频</a:t>
            </a:r>
            <a:endParaRPr lang="en-US" sz="12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1 张深度文章</a:t>
            </a:r>
            <a:endParaRPr lang="en-US" sz="12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1 张社群话题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89720" y="1691640"/>
            <a:ext cx="2697480" cy="41148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89720" y="1691640"/>
            <a:ext cx="2697480" cy="54864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720" y="1691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89720" y="24688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复盘升级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0104120" y="3246120"/>
            <a:ext cx="868680" cy="27432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72600" y="33832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看哪种载体爆了</a:t>
            </a:r>
            <a:endParaRPr lang="en-US" sz="12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把爆款卡升级 L2</a:t>
            </a:r>
            <a:endParaRPr lang="en-US" sz="12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卡库 → 内容工厂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核心资产不是粉丝数 — 是你「可运行的洞见卡库」。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3657600"/>
            <a:ext cx="7315200" cy="7315200"/>
          </a:xfrm>
          <a:prstGeom prst="ellipse">
            <a:avLst/>
          </a:prstGeom>
          <a:solidFill>
            <a:srgbClr val="2C5F2D">
              <a:alpha val="20000"/>
            </a:srgbClr>
          </a:solidFill>
          <a:ln w="12700">
            <a:solidFill>
              <a:srgbClr val="2C5F2D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-2743200"/>
            <a:ext cx="7315200" cy="7315200"/>
          </a:xfrm>
          <a:prstGeom prst="ellipse">
            <a:avLst/>
          </a:prstGeom>
          <a:solidFill>
            <a:srgbClr val="FFC832">
              <a:alpha val="15000"/>
            </a:srgbClr>
          </a:solidFill>
          <a:ln w="12700">
            <a:solidFill>
              <a:srgbClr val="FFC832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最珍贵的知识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不是你知道什么 — 而是你能做到什么。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0" y="3108960"/>
            <a:ext cx="21031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3383280"/>
            <a:ext cx="5760720" cy="411480"/>
          </a:xfrm>
          <a:prstGeom prst="roundRect">
            <a:avLst>
              <a:gd name="adj" fmla="val 11111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3383280"/>
            <a:ext cx="1371600" cy="41148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3383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要素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33832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 + 机理 + 方法 + 边界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3886200"/>
            <a:ext cx="5760720" cy="411480"/>
          </a:xfrm>
          <a:prstGeom prst="roundRect">
            <a:avLst>
              <a:gd name="adj" fmla="val 11111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886200"/>
            <a:ext cx="1371600" cy="41148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3886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铁律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38862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 + 可动 + 可伪 + 诚实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4389120"/>
            <a:ext cx="5760720" cy="411480"/>
          </a:xfrm>
          <a:prstGeom prst="roundRect">
            <a:avLst>
              <a:gd name="adj" fmla="val 11111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4389120"/>
            <a:ext cx="1371600" cy="41148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43891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43891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 + 扩 + 提 + 判（每天一轮）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0" y="4892040"/>
            <a:ext cx="5760720" cy="411480"/>
          </a:xfrm>
          <a:prstGeom prst="roundRect">
            <a:avLst>
              <a:gd name="adj" fmla="val 11111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4892040"/>
            <a:ext cx="1371600" cy="41148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4892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张 → N 个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48920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 / 文章 / 社群 / 课程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577840"/>
            <a:ext cx="1106424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669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关注「周盛说」视频号 · 看我怎么实现一人公司业务闭环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评论区留言「洞见卡」拿今天课件 + 30 分钟工作法模板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洞见卡×知识乐高</dc:title>
  <dc:subject>PptxGenJS Presentation</dc:subject>
  <dc:creator>周盛 / 视频号「周盛说」</dc:creator>
  <cp:lastModifiedBy>周盛 / 视频号「周盛说」</cp:lastModifiedBy>
  <cp:revision>1</cp:revision>
  <dcterms:created xsi:type="dcterms:W3CDTF">2026-10-02T10:54:07Z</dcterms:created>
  <dcterms:modified xsi:type="dcterms:W3CDTF">2026-10-02T10:54:07Z</dcterms:modified>
</cp:coreProperties>
</file>