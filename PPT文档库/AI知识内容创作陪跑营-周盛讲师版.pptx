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0" y="45720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知识内容创作陪跑营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029200" y="2240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两档服务 · 3000 基础陪跑 · 6000 深度二对一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核心不是安装工具，而是陪你把内容系统用起来、跑起来、持续优化。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视频号「周盛说」  ·  一人公司第 X 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5394960"/>
            <a:ext cx="3749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5394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 AI + 自媒体  ·  AI + 实体业务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· 6 个模块一次讲透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从「为什么做」到「做给你看」，最后一档落到 6000 深度陪跑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82296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为什么大多数人学 AI 工具停在了「安装」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822960" cy="12801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自媒体：内容系统的最小闭环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822960" cy="1280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实体业务：从流量到变现的转化卡点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337560"/>
            <a:ext cx="822960" cy="12801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3375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琪萌案例：40 岁宝妈如何跑通 6000 客单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822960" cy="128016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463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55448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vs 6000 两档服务：到底怎么选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5B8D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846320"/>
            <a:ext cx="822960" cy="12801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84632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23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筛选制入营：30 天你能带走什么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1A241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你装好了 AI 工具，然后呢？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「工具装好 = 学会」是 90% 学员的第一个幻觉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🛠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装好工具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/ Codex / Obsidian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全部跑通了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0116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29000" y="3200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看了教程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86200" y="37947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说明书读完了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感觉自己懂了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想过用法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37947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脑子想明白了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以为自己会了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89720" y="201168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❌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189720" y="3200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卡在执行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6920" y="3794760"/>
            <a:ext cx="1783080" cy="27432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真要做的时候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选题、写稿、发布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全部卡壳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真相：AI 工具安装是 5%，剩下 95% 是「跑起来、跑通、跑稳」。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陪跑营不是教你装工具 — 是陪你把工具用起来产生结果。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自媒体：内容系统的最小闭环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30 分钟 · 跑通「灵感 → 内容 → 发布 → 反馈」4 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03120"/>
            <a:ext cx="868680" cy="8686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05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177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今天的撞墙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做对的事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一句话金句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154680" y="3474720"/>
            <a:ext cx="274320" cy="36576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92024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2103120"/>
            <a:ext cx="868680" cy="8686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42900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886200" y="44805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46177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扩写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秒钩子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段式口播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035040" y="3474720"/>
            <a:ext cx="274320" cy="36576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92024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103120"/>
            <a:ext cx="868680" cy="8686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30936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6177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视频号 + 抖音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公众号同步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社群二次分发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rot="5400000">
            <a:off x="8915400" y="3474720"/>
            <a:ext cx="274320" cy="36576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9720" y="192024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2103120"/>
            <a:ext cx="868680" cy="8686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0412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18972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18972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9646920" y="4480560"/>
            <a:ext cx="17830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46177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看数据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听评论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→ 选题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闭环越短，越容易跑通 — 30 天陪跑让闭环从「想到」变成「做到」。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实体业务：从流量到变现的转化卡点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实体老板不缺产品，缺的是「让对的人在对的位置看见产品」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客户分类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想白嫖 / 想少付多拿\n· 真想做但不会\n· 已做但卡某个环节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828800"/>
            <a:ext cx="3703320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精准转化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74320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69 元小报童做入口\n· 6000 深度陪跑做闭环\n· 100 倍价差要先讲清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828800"/>
            <a:ext cx="3703320" cy="64008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反馈循环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274320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学 → 用 → 反馈 → 再诊断\n· 每天布置任务 + 督促\n· 教练 + AI 双轮驱动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实体老板最贵的一步：把产品「放在顾客最需要的位置」。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40 岁二胎宝妈，30 天跑出 6000 客单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 · 母婴店主 · 一人公司赛道学员 · 深度陪跑 B 档标杆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57200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学员画像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54480" y="2606040"/>
            <a:ext cx="256032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岁 · 二胎宝妈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母婴店主 + 一人公司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懂生意但不会做内容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天搭 300 人社群 / 多赚 1 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档 · 6000 深度陪跑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 1695 播放 / 1 单 6000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1828800"/>
            <a:ext cx="621792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920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天跑通路径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77840" y="274320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A2419"/>
          </a:solidFill>
          <a:ln w="19050">
            <a:solidFill>
              <a:srgbClr val="C44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743200"/>
            <a:ext cx="82296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743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数据低迷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视频违规 / 不知拍什么 / 一听就会一做就废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35204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A2419"/>
          </a:solidFill>
          <a:ln w="19050">
            <a:solidFill>
              <a:srgbClr val="D4A8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520440"/>
            <a:ext cx="822960" cy="64008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520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3566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开始起色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钩子优化 / 1695 播放 / 1 单 6000 成交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429768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A241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4297680"/>
            <a:ext cx="822960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297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4343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方法跑通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5528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数据稳定 1000+ / 直播答疑 1h22min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507492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A241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5074920"/>
            <a:ext cx="82296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5074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92240" y="5120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矩阵重构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55280" y="5120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砍掉 199/399/599 · 留 69 小报童做入口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学员撞墙：一听就会，一做就废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琪萌跟学员沟通 2 小时发现：详细讲了不爱听，不讲又不会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学员认知漏斗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029200" cy="5029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377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017520"/>
            <a:ext cx="4023360" cy="50292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17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91640" y="3657600"/>
            <a:ext cx="2743200" cy="5029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3657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40280" y="4297680"/>
            <a:ext cx="164592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4297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4297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1828800"/>
            <a:ext cx="4754880" cy="4389120"/>
          </a:xfrm>
          <a:prstGeom prst="roundRect">
            <a:avLst>
              <a:gd name="adj" fmla="val 312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琪萌的破解方法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55280" y="2468880"/>
            <a:ext cx="25603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274320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公开直播连麦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演示给她看怎么用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352044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做给她看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现场跑一遍智能体复盘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429768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互动答疑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数据比自己单干更稳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507492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沉淀内容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直播本身就是短视频选题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2419"/>
                </a:solidFill>
              </a:rPr>
              <a:t>金句：做自媒体就是把每天做的事拍出来。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类客户判断 · 6000 与 69 怎么同时卖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实体业务最难的卡点：100 倍价差的产品怎么卖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A · 60 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想做带货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不会电脑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怕学不会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420624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80560"/>
            <a:ext cx="3154680" cy="1280160"/>
          </a:xfrm>
          <a:prstGeom prst="roundRect">
            <a:avLst>
              <a:gd name="adj" fmla="val 7143"/>
            </a:avLst>
          </a:prstGeom>
          <a:solidFill>
            <a:srgbClr val="C44545">
              <a:alpha val="3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没接住\n卡点：没看到\n对方真正缺什么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828800"/>
            <a:ext cx="3703320" cy="64008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B · 咨询派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想要低价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付少的钱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拿多的结果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23560" y="420624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4480560"/>
            <a:ext cx="3154680" cy="1280160"/>
          </a:xfrm>
          <a:prstGeom prst="roundRect">
            <a:avLst>
              <a:gd name="adj" fmla="val 7143"/>
            </a:avLst>
          </a:prstGeom>
          <a:solidFill>
            <a:srgbClr val="C44545">
              <a:alpha val="3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4805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没成交\n卡点：没看到\n对方真正缺什么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1828800"/>
            <a:ext cx="3703320" cy="411480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828800"/>
            <a:ext cx="370332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1828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C · 50 多岁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粉丝转化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953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想拍短视频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没电脑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09760" y="420624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4480560"/>
            <a:ext cx="3154680" cy="1280160"/>
          </a:xfrm>
          <a:prstGeom prst="roundRect">
            <a:avLst>
              <a:gd name="adj" fmla="val 7143"/>
            </a:avLst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44805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69 接住\n69 元小报童\n+ 我亲自答疑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金句：先看对方缺什么，在顾客最需要的位置放上产品。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短视频数据稳定 1000+ 的 4 个原因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自媒体复盘：什么动作让数据跑起来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031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框架节奏优化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短视频结构 + 节奏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比之前好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1031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980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变现相关流量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跟赚钱、变现有关的内容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流量会好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蹭热点不偏赛道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4892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热点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围绕主线蹭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20624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公众号联动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0" y="4892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公众号持续更新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带动短视频流量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数据不是玄学 — 是 4 个具体动作加起来的结果。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砍掉贵的，留便宜的 — 199/399/599 → 69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反常识决策：高端产品取消，反而让入口更宽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 · 高门槛产品矩阵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 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入门款 · 转化一般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399 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3383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进阶款 · 客户犹豫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599 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600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高客单 · 决策成本高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37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86000" y="4937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倍价差 · 客户选不动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333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 · 入口 + 闭环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2606040"/>
            <a:ext cx="4846320" cy="640080"/>
          </a:xfrm>
          <a:prstGeom prst="rect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 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4672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小报童 · 转化入口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338328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社群答疑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4672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买了就能问 · 承接转化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416052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 元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46720" y="4160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深度陪跑 · 自然长出来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937760"/>
            <a:ext cx="484632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937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04672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客户自己选 · 低价引流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金句：小报童是转化的入口 · 工具类的少说，价值类的多说。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vs 6000 两档服务 · 怎么选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两档服务说明：3000 开始陪跑 · 6000 深度二对一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5B8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5394960" cy="73152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元 · A 套餐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基础陪伴营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适合刚装好工具进入 30 天陪跑的人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流量款 C：资料 + Skill 说明书 + Obsidian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远程 1V1 讲每个 Skill 用法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Hermes / Codex / Gemini 安装（赠送）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知识内容创作系统搭建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30 天陪跑 + 精准答疑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首周二对一 + 保姆级诊断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一年社群持续答疑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828800"/>
            <a:ext cx="5394960" cy="73152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8288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 元 · B 套餐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深度陪跑营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适合高频诊断 / 任务督促 / 深度二对一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流量款 C + Skill 系统全部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远程 1V1 + Hermes 安装全套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知识内容创作系统搭建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30 天陪跑 + 每天分排账号给方案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2 个月二对一陪跑（多 30 天）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每天主动电话问进度 + 完成度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定位对标 + 变现产品闭环搭建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2419"/>
                </a:solidFill>
              </a:rPr>
              <a:t>⚡ 选 A：自己执行力强 / 选 B：需要每天有人推你一把（琪萌选 B）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档独有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 档 6 大深度服务 · 为什么贵一倍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多出来的 3000 元买的不是时长，是「反馈密度」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每日沟通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54480" y="251460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606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每天老师主动电话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问问题 · 问进度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406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账号诊断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40680" y="251460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606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每天分析账号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给方案 · 调方向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268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任务督促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26880" y="251460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606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每天布置任务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监督完成度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544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定位对标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54480" y="461772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从优势挖高价值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对标账号 + 学习方向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393192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406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40680" y="461772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 → 用到 → 反馈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再诊断下一步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3931920"/>
            <a:ext cx="370332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268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打造变现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326880" y="4617720"/>
            <a:ext cx="22860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0" y="4709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指导公众号 + 视频号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闭环产品 + 智能体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A2419"/>
                </a:solidFill>
              </a:rPr>
              <a:t>⚡ 陪跑不是只装工具 — 是围绕内容、账号、执行、反馈的系统工程。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天行动清单 · 入营前 3 步预热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筛选制入营 · 不是你想进就能进 · 但你能准备这 3 件事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03320" cy="420624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370332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找到撞墙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737360" y="3383280"/>
            <a:ext cx="132588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你现在卡在哪？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工具不会用？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还是不会变现？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3703320" cy="420624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691640"/>
            <a:ext cx="370332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560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623560" y="3383280"/>
            <a:ext cx="132588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30 天具体要什么？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数据？社群？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还是直接变现？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691640"/>
            <a:ext cx="3703320" cy="4206240"/>
          </a:xfrm>
          <a:prstGeom prst="roundRect">
            <a:avLst>
              <a:gd name="adj" fmla="val 3704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691640"/>
            <a:ext cx="3703320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判断档位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09760" y="3383280"/>
            <a:ext cx="132588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 3000 自跑？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 6000 深度陪跑？</a:t>
            </a:r>
            <a:endParaRPr lang="en-US" sz="14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联系老师评估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入营后第一件事：把你的撞墙 + 目标发给老师 — 决定你跑得快不快。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琪萌金句墙 · 全部来自 30 天实战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7280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做自媒体就是把每天做的事拍出来。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19456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KC-0809 · 学员沟通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变现是在做的过程中自然生长出来的，不是提前设计出来的。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219456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KC-0811 · 数据起色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先看对方缺什么，在顾客最需要的位置放上产品。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374904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KC-0812 · 3 类客户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66560" y="2971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工具类的少说，价值类的多说。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74904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KC-0815 · 选题分类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097280" y="4526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小报童是转化的入口。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97280" y="530352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KC-0815 · 产品矩阵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766560" y="4526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执行过程即素材 — 不为了选题而选题。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66560" y="5303520"/>
            <a:ext cx="4114800" cy="18288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KC-0401 · 第一篇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陪跑的本质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不是教你装工具，是陪你把系统用起来、跑起来、持续优化。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20040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200400"/>
            <a:ext cx="155448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自媒体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最小闭环：灵感 → 内容 → 发布 → 反馈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749040"/>
            <a:ext cx="155448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实体业务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客户分类 → 精准转化 → 反馈循环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29768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4297680"/>
            <a:ext cx="155448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/ 6000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档基础陪跑 / B 档深度二对一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484632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846320"/>
            <a:ext cx="155448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846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琪萌样板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天：1695 播放 / 6000 客单 / 数据稳 1000+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关注「周盛说」视频号 · 看我怎么实现一人公司业务闭环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扫码加老师微信 · 备注「陪跑营」· 评估入营资格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AI知识内容创作陪跑营</dc:title>
  <dc:subject>PptxGenJS Presentation</dc:subject>
  <dc:creator>PptxGenJS</dc:creator>
  <cp:lastModifiedBy>PptxGenJS</cp:lastModifiedBy>
  <cp:revision>1</cp:revision>
  <dcterms:created xsi:type="dcterms:W3CDTF">2026-10-05T12:03:14Z</dcterms:created>
  <dcterms:modified xsi:type="dcterms:W3CDTF">2026-10-05T12:03:14Z</dcterms:modified>
</cp:coreProperties>
</file>